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83" r:id="rId14"/>
    <p:sldId id="270" r:id="rId15"/>
    <p:sldId id="282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6" r:id="rId24"/>
  </p:sldIdLst>
  <p:sldSz cx="9144000" cy="5143500"/>
  <p:notesSz cx="6858000" cy="9144000"/>
  <p:embeddedFontLst>
    <p:embeddedFont>
      <p:font typeface="Raleway Black"/>
      <p:bold r:id="rId28"/>
      <p:boldItalic r:id="rId29"/>
    </p:embeddedFont>
    <p:embeddedFont>
      <p:font typeface="Tajawal" panose="00000500000000000000"/>
      <p:regular r:id="rId30"/>
    </p:embeddedFont>
    <p:embeddedFont>
      <p:font typeface="Raleway"/>
      <p:regular r:id="rId31"/>
    </p:embeddedFont>
    <p:embeddedFont>
      <p:font typeface="Raleway ExtraBold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b0dbcdf237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b0dbcdf237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b0dbcdf237_0_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b0dbcdf237_0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b17130de75_0_1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b17130de75_0_1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b0dbcdf237_0_5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b0dbcdf237_0_5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43dfff8845_3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43dfff8845_3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17130de75_0_2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b17130de75_0_2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43db694766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43db694766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b17130de75_0_1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b17130de75_0_1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a57a1387ec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a57a1387ec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a57a1387ec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a57a1387ec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a57a1387ec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2a57a1387ec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a57a1387ec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2a57a1387ec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b17130de75_0_2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b17130de75_0_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a57a1387ec_0_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a57a1387ec_0_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a57a1387ec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a57a1387ec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b17130de75_0_8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b17130de75_0_8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b17130de75_0_2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b17130de75_0_2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b17130de75_0_8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b17130de75_0_8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b17130de75_0_10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b17130de75_0_10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hyperlink" Target="http://bit.ly/2TtBDfr" TargetMode="Externa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://bit.ly/2Tynxth" TargetMode="External"/><Relationship Id="rId4" Type="http://schemas.openxmlformats.org/officeDocument/2006/relationships/slide" Target="../slides/slide2.xml"/><Relationship Id="rId3" Type="http://schemas.openxmlformats.org/officeDocument/2006/relationships/slide" Target="../slides/slide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185100" y="540000"/>
            <a:ext cx="6773700" cy="4063500"/>
            <a:chOff x="1185100" y="540000"/>
            <a:chExt cx="6773700" cy="4063500"/>
          </a:xfrm>
        </p:grpSpPr>
        <p:sp>
          <p:nvSpPr>
            <p:cNvPr id="11" name="Google Shape;11;p2"/>
            <p:cNvSpPr/>
            <p:nvPr/>
          </p:nvSpPr>
          <p:spPr>
            <a:xfrm>
              <a:off x="1185100" y="996900"/>
              <a:ext cx="6773700" cy="36066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185100" y="540000"/>
              <a:ext cx="67737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70700" y="5400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649106" y="1225500"/>
            <a:ext cx="5845800" cy="205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type="subTitle" idx="1"/>
          </p:nvPr>
        </p:nvSpPr>
        <p:spPr>
          <a:xfrm>
            <a:off x="1649100" y="3025314"/>
            <a:ext cx="5845800" cy="581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1411050" y="379256"/>
            <a:ext cx="6981000" cy="4385069"/>
            <a:chOff x="1411050" y="379256"/>
            <a:chExt cx="6981000" cy="4385069"/>
          </a:xfrm>
        </p:grpSpPr>
        <p:sp>
          <p:nvSpPr>
            <p:cNvPr id="19" name="Google Shape;19;p3"/>
            <p:cNvSpPr/>
            <p:nvPr/>
          </p:nvSpPr>
          <p:spPr>
            <a:xfrm flipH="1">
              <a:off x="5454429" y="379256"/>
              <a:ext cx="2489700" cy="11964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3"/>
            <p:cNvSpPr/>
            <p:nvPr/>
          </p:nvSpPr>
          <p:spPr>
            <a:xfrm flipH="1">
              <a:off x="1411050" y="829825"/>
              <a:ext cx="6981000" cy="39345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2570850" y="2366563"/>
            <a:ext cx="46614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1"/>
          </p:nvPr>
        </p:nvSpPr>
        <p:spPr>
          <a:xfrm>
            <a:off x="3159975" y="3992000"/>
            <a:ext cx="34830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" name="Google Shape;23;p3"/>
          <p:cNvSpPr txBox="1"/>
          <p:nvPr>
            <p:ph type="title" idx="2" hasCustomPrompt="1"/>
          </p:nvPr>
        </p:nvSpPr>
        <p:spPr>
          <a:xfrm>
            <a:off x="4244000" y="1256362"/>
            <a:ext cx="1299000" cy="10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4" name="Google Shape;24;p3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5" name="Google Shape;25;p3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6" name="Google Shape;26;p3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7" name="Google Shape;27;p3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" name="Google Shape;28;p3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9" name="Google Shape;29;p3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0" name="Google Shape;30;p3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" name="Google Shape;31;p3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34;p4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35" name="Google Shape;35;p4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type="body" idx="1"/>
          </p:nvPr>
        </p:nvSpPr>
        <p:spPr>
          <a:xfrm>
            <a:off x="1443550" y="1128325"/>
            <a:ext cx="6915900" cy="3450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40" name="Google Shape;40;p4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1" name="Google Shape;41;p4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2" name="Google Shape;42;p4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3" name="Google Shape;43;p4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4" name="Google Shape;44;p4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5" name="Google Shape;45;p4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6" name="Google Shape;46;p4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47" name="Google Shape;47;p4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51" name="Google Shape;51;p5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type="subTitle" idx="1"/>
          </p:nvPr>
        </p:nvSpPr>
        <p:spPr>
          <a:xfrm>
            <a:off x="1751850" y="288587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type="subTitle" idx="2"/>
          </p:nvPr>
        </p:nvSpPr>
        <p:spPr>
          <a:xfrm>
            <a:off x="1751850" y="3355675"/>
            <a:ext cx="25185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type="subTitle" idx="3"/>
          </p:nvPr>
        </p:nvSpPr>
        <p:spPr>
          <a:xfrm>
            <a:off x="5271088" y="288587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type="subTitle" idx="4"/>
          </p:nvPr>
        </p:nvSpPr>
        <p:spPr>
          <a:xfrm>
            <a:off x="5271095" y="3355675"/>
            <a:ext cx="25185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9" name="Google Shape;59;p5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0" name="Google Shape;60;p5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1" name="Google Shape;61;p5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2" name="Google Shape;62;p5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3" name="Google Shape;63;p5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4" name="Google Shape;64;p5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5" name="Google Shape;65;p5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66" name="Google Shape;66;p5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70" name="Google Shape;70;p6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3" name="Google Shape;73;p6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6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75" name="Google Shape;75;p6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76" name="Google Shape;76;p6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77" name="Google Shape;77;p6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78" name="Google Shape;78;p6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79" name="Google Shape;79;p6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80" name="Google Shape;80;p6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81" name="Google Shape;81;p6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85" name="Google Shape;85;p7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88;p7"/>
          <p:cNvSpPr txBox="1"/>
          <p:nvPr>
            <p:ph type="title"/>
          </p:nvPr>
        </p:nvSpPr>
        <p:spPr>
          <a:xfrm>
            <a:off x="1406400" y="1667375"/>
            <a:ext cx="2929200" cy="173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9" name="Google Shape;89;p7"/>
          <p:cNvSpPr txBox="1"/>
          <p:nvPr>
            <p:ph type="subTitle" idx="1"/>
          </p:nvPr>
        </p:nvSpPr>
        <p:spPr>
          <a:xfrm>
            <a:off x="1406400" y="3397775"/>
            <a:ext cx="2929200" cy="112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0" name="Google Shape;90;p7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1" name="Google Shape;91;p7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2" name="Google Shape;92;p7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3" name="Google Shape;93;p7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4" name="Google Shape;94;p7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5" name="Google Shape;95;p7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6" name="Google Shape;96;p7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97" name="Google Shape;97;p7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8"/>
          <p:cNvGrpSpPr/>
          <p:nvPr/>
        </p:nvGrpSpPr>
        <p:grpSpPr>
          <a:xfrm>
            <a:off x="1954088" y="379200"/>
            <a:ext cx="5894825" cy="4385100"/>
            <a:chOff x="1954088" y="379200"/>
            <a:chExt cx="5894825" cy="4385100"/>
          </a:xfrm>
        </p:grpSpPr>
        <p:sp>
          <p:nvSpPr>
            <p:cNvPr id="101" name="Google Shape;101;p8"/>
            <p:cNvSpPr/>
            <p:nvPr/>
          </p:nvSpPr>
          <p:spPr>
            <a:xfrm>
              <a:off x="1954100" y="836100"/>
              <a:ext cx="5894700" cy="39282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7360813" y="3792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1954088" y="379200"/>
              <a:ext cx="54066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" name="Google Shape;104;p8"/>
          <p:cNvSpPr txBox="1"/>
          <p:nvPr>
            <p:ph type="title"/>
          </p:nvPr>
        </p:nvSpPr>
        <p:spPr>
          <a:xfrm>
            <a:off x="2606000" y="1050675"/>
            <a:ext cx="4575000" cy="182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5" name="Google Shape;105;p8"/>
          <p:cNvSpPr txBox="1"/>
          <p:nvPr>
            <p:ph type="subTitle" idx="1"/>
          </p:nvPr>
        </p:nvSpPr>
        <p:spPr>
          <a:xfrm>
            <a:off x="3283988" y="3833075"/>
            <a:ext cx="3219000" cy="89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6" name="Google Shape;106;p8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07" name="Google Shape;107;p8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08" name="Google Shape;108;p8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09" name="Google Shape;109;p8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10" name="Google Shape;110;p8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11" name="Google Shape;111;p8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12" name="Google Shape;112;p8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13" name="Google Shape;113;p8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9"/>
          <p:cNvGrpSpPr/>
          <p:nvPr/>
        </p:nvGrpSpPr>
        <p:grpSpPr>
          <a:xfrm>
            <a:off x="1954088" y="379200"/>
            <a:ext cx="5894825" cy="4385100"/>
            <a:chOff x="1954088" y="379200"/>
            <a:chExt cx="5894825" cy="4385100"/>
          </a:xfrm>
        </p:grpSpPr>
        <p:sp>
          <p:nvSpPr>
            <p:cNvPr id="117" name="Google Shape;117;p9"/>
            <p:cNvSpPr/>
            <p:nvPr/>
          </p:nvSpPr>
          <p:spPr>
            <a:xfrm>
              <a:off x="1954100" y="836100"/>
              <a:ext cx="5894700" cy="39282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7360813" y="3792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1954088" y="379200"/>
              <a:ext cx="54066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0" name="Google Shape;120;p9"/>
          <p:cNvSpPr txBox="1"/>
          <p:nvPr>
            <p:ph type="title"/>
          </p:nvPr>
        </p:nvSpPr>
        <p:spPr>
          <a:xfrm>
            <a:off x="2936200" y="1781550"/>
            <a:ext cx="393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1" name="Google Shape;121;p9"/>
          <p:cNvSpPr txBox="1"/>
          <p:nvPr>
            <p:ph type="subTitle" idx="1"/>
          </p:nvPr>
        </p:nvSpPr>
        <p:spPr>
          <a:xfrm>
            <a:off x="2936225" y="2623350"/>
            <a:ext cx="3930600" cy="1195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2" name="Google Shape;122;p9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3" name="Google Shape;123;p9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4" name="Google Shape;124;p9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5" name="Google Shape;125;p9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6" name="Google Shape;126;p9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7" name="Google Shape;127;p9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8" name="Google Shape;128;p9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29" name="Google Shape;129;p9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0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33" name="Google Shape;133;p10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6" name="Google Shape;136;p10"/>
          <p:cNvSpPr txBox="1"/>
          <p:nvPr>
            <p:ph type="title"/>
          </p:nvPr>
        </p:nvSpPr>
        <p:spPr>
          <a:xfrm>
            <a:off x="2291300" y="3388475"/>
            <a:ext cx="5204400" cy="112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10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38" name="Google Shape;138;p10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39" name="Google Shape;139;p10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40" name="Google Shape;140;p10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41" name="Google Shape;141;p10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42" name="Google Shape;142;p10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43" name="Google Shape;143;p10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44" name="Google Shape;144;p10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1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48" name="Google Shape;148;p11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1" name="Google Shape;151;p11"/>
          <p:cNvSpPr txBox="1"/>
          <p:nvPr>
            <p:ph type="title" hasCustomPrompt="1"/>
          </p:nvPr>
        </p:nvSpPr>
        <p:spPr>
          <a:xfrm>
            <a:off x="1729300" y="1834300"/>
            <a:ext cx="63444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2" name="Google Shape;152;p11"/>
          <p:cNvSpPr txBox="1"/>
          <p:nvPr>
            <p:ph type="subTitle" idx="1"/>
          </p:nvPr>
        </p:nvSpPr>
        <p:spPr>
          <a:xfrm>
            <a:off x="2971650" y="4106525"/>
            <a:ext cx="38598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3" name="Google Shape;153;p11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54" name="Google Shape;154;p11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55" name="Google Shape;155;p11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56" name="Google Shape;156;p11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57" name="Google Shape;157;p11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58" name="Google Shape;158;p11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59" name="Google Shape;159;p11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60" name="Google Shape;160;p11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3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65" name="Google Shape;165;p13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8" name="Google Shape;168;p13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type="subTitle" idx="1"/>
          </p:nvPr>
        </p:nvSpPr>
        <p:spPr>
          <a:xfrm>
            <a:off x="1816375" y="1591475"/>
            <a:ext cx="6154200" cy="260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0" name="Google Shape;170;p13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1" name="Google Shape;171;p13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2" name="Google Shape;172;p13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3" name="Google Shape;173;p13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4" name="Google Shape;174;p13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5" name="Google Shape;175;p13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6" name="Google Shape;176;p13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77" name="Google Shape;177;p13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4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81" name="Google Shape;181;p14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4" name="Google Shape;184;p1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4"/>
          <p:cNvSpPr txBox="1"/>
          <p:nvPr>
            <p:ph type="subTitle" idx="1"/>
          </p:nvPr>
        </p:nvSpPr>
        <p:spPr>
          <a:xfrm>
            <a:off x="1814598" y="3285154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6" name="Google Shape;186;p14"/>
          <p:cNvSpPr txBox="1"/>
          <p:nvPr>
            <p:ph type="subTitle" idx="2"/>
          </p:nvPr>
        </p:nvSpPr>
        <p:spPr>
          <a:xfrm>
            <a:off x="1814600" y="3654568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7" name="Google Shape;187;p14"/>
          <p:cNvSpPr txBox="1"/>
          <p:nvPr>
            <p:ph type="subTitle" idx="3"/>
          </p:nvPr>
        </p:nvSpPr>
        <p:spPr>
          <a:xfrm>
            <a:off x="5811898" y="3285154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type="subTitle" idx="4"/>
          </p:nvPr>
        </p:nvSpPr>
        <p:spPr>
          <a:xfrm>
            <a:off x="5811900" y="3654568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9" name="Google Shape;189;p14">
            <a:hlinkClick r:id="rId3" action="ppaction://hlinksldjump"/>
          </p:cNvPr>
          <p:cNvSpPr txBox="1"/>
          <p:nvPr>
            <p:ph type="subTitle" idx="5"/>
          </p:nvPr>
        </p:nvSpPr>
        <p:spPr>
          <a:xfrm>
            <a:off x="1814598" y="1481591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type="subTitle" idx="6"/>
          </p:nvPr>
        </p:nvSpPr>
        <p:spPr>
          <a:xfrm>
            <a:off x="1814600" y="1851005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type="subTitle" idx="7"/>
          </p:nvPr>
        </p:nvSpPr>
        <p:spPr>
          <a:xfrm>
            <a:off x="5811898" y="1481591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type="subTitle" idx="8"/>
          </p:nvPr>
        </p:nvSpPr>
        <p:spPr>
          <a:xfrm>
            <a:off x="5811900" y="1851005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3" name="Google Shape;193;p14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94" name="Google Shape;194;p14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95" name="Google Shape;195;p14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96" name="Google Shape;196;p14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97" name="Google Shape;197;p14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98" name="Google Shape;198;p14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199" name="Google Shape;199;p14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00" name="Google Shape;200;p14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5"/>
          <p:cNvGrpSpPr/>
          <p:nvPr/>
        </p:nvGrpSpPr>
        <p:grpSpPr>
          <a:xfrm>
            <a:off x="1954088" y="379200"/>
            <a:ext cx="5894825" cy="4385100"/>
            <a:chOff x="1954088" y="379200"/>
            <a:chExt cx="5894825" cy="4385100"/>
          </a:xfrm>
        </p:grpSpPr>
        <p:sp>
          <p:nvSpPr>
            <p:cNvPr id="204" name="Google Shape;204;p15"/>
            <p:cNvSpPr/>
            <p:nvPr/>
          </p:nvSpPr>
          <p:spPr>
            <a:xfrm>
              <a:off x="1954100" y="836100"/>
              <a:ext cx="5894700" cy="39282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7360813" y="3792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1954088" y="379200"/>
              <a:ext cx="54066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7" name="Google Shape;207;p15"/>
          <p:cNvSpPr txBox="1"/>
          <p:nvPr>
            <p:ph type="title"/>
          </p:nvPr>
        </p:nvSpPr>
        <p:spPr>
          <a:xfrm>
            <a:off x="2473162" y="3385525"/>
            <a:ext cx="4856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Raleway ExtraBold"/>
              <a:buNone/>
              <a:defRPr sz="16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9pPr>
          </a:lstStyle>
          <a:p/>
        </p:txBody>
      </p:sp>
      <p:sp>
        <p:nvSpPr>
          <p:cNvPr id="208" name="Google Shape;208;p15"/>
          <p:cNvSpPr txBox="1"/>
          <p:nvPr>
            <p:ph type="title" idx="2"/>
          </p:nvPr>
        </p:nvSpPr>
        <p:spPr>
          <a:xfrm>
            <a:off x="2473174" y="2088475"/>
            <a:ext cx="4856700" cy="129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23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Tajawal" panose="00000500000000000000"/>
              <a:buNone/>
              <a:defRPr sz="1600"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9pPr>
          </a:lstStyle>
          <a:p/>
        </p:txBody>
      </p:sp>
      <p:sp>
        <p:nvSpPr>
          <p:cNvPr id="209" name="Google Shape;209;p15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0" name="Google Shape;210;p15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1" name="Google Shape;211;p15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2" name="Google Shape;212;p15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3" name="Google Shape;213;p15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4" name="Google Shape;214;p15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5" name="Google Shape;215;p15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16" name="Google Shape;216;p15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6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20" name="Google Shape;220;p16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3" name="Google Shape;223;p16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16"/>
          <p:cNvSpPr txBox="1"/>
          <p:nvPr>
            <p:ph type="subTitle" idx="1"/>
          </p:nvPr>
        </p:nvSpPr>
        <p:spPr>
          <a:xfrm>
            <a:off x="1451175" y="2989750"/>
            <a:ext cx="18780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5" name="Google Shape;225;p16"/>
          <p:cNvSpPr txBox="1"/>
          <p:nvPr>
            <p:ph type="subTitle" idx="2"/>
          </p:nvPr>
        </p:nvSpPr>
        <p:spPr>
          <a:xfrm>
            <a:off x="1451175" y="3459550"/>
            <a:ext cx="1878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" name="Google Shape;226;p16"/>
          <p:cNvSpPr txBox="1"/>
          <p:nvPr>
            <p:ph type="subTitle" idx="3"/>
          </p:nvPr>
        </p:nvSpPr>
        <p:spPr>
          <a:xfrm>
            <a:off x="6457825" y="2989750"/>
            <a:ext cx="18780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7" name="Google Shape;227;p16"/>
          <p:cNvSpPr txBox="1"/>
          <p:nvPr>
            <p:ph type="subTitle" idx="4"/>
          </p:nvPr>
        </p:nvSpPr>
        <p:spPr>
          <a:xfrm>
            <a:off x="6457825" y="3459550"/>
            <a:ext cx="1878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8" name="Google Shape;228;p16"/>
          <p:cNvSpPr txBox="1"/>
          <p:nvPr>
            <p:ph type="subTitle" idx="5"/>
          </p:nvPr>
        </p:nvSpPr>
        <p:spPr>
          <a:xfrm>
            <a:off x="3954500" y="2989750"/>
            <a:ext cx="18780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16"/>
          <p:cNvSpPr txBox="1"/>
          <p:nvPr>
            <p:ph type="subTitle" idx="6"/>
          </p:nvPr>
        </p:nvSpPr>
        <p:spPr>
          <a:xfrm>
            <a:off x="3954500" y="3459550"/>
            <a:ext cx="1878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0" name="Google Shape;230;p16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1" name="Google Shape;231;p16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2" name="Google Shape;232;p16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3" name="Google Shape;233;p16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4" name="Google Shape;234;p16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5" name="Google Shape;235;p16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6" name="Google Shape;236;p16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37" name="Google Shape;237;p16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17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41" name="Google Shape;241;p17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44" name="Google Shape;244;p17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17"/>
          <p:cNvSpPr txBox="1"/>
          <p:nvPr>
            <p:ph type="subTitle" idx="1"/>
          </p:nvPr>
        </p:nvSpPr>
        <p:spPr>
          <a:xfrm>
            <a:off x="1455550" y="3389725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" name="Google Shape;246;p17"/>
          <p:cNvSpPr txBox="1"/>
          <p:nvPr>
            <p:ph type="subTitle" idx="2"/>
          </p:nvPr>
        </p:nvSpPr>
        <p:spPr>
          <a:xfrm>
            <a:off x="1455550" y="3822625"/>
            <a:ext cx="1789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7" name="Google Shape;247;p17"/>
          <p:cNvSpPr txBox="1"/>
          <p:nvPr>
            <p:ph type="subTitle" idx="3"/>
          </p:nvPr>
        </p:nvSpPr>
        <p:spPr>
          <a:xfrm>
            <a:off x="1455550" y="15738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8" name="Google Shape;248;p17"/>
          <p:cNvSpPr txBox="1"/>
          <p:nvPr>
            <p:ph type="subTitle" idx="4"/>
          </p:nvPr>
        </p:nvSpPr>
        <p:spPr>
          <a:xfrm>
            <a:off x="1455550" y="2006750"/>
            <a:ext cx="1789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9" name="Google Shape;249;p17"/>
          <p:cNvSpPr txBox="1"/>
          <p:nvPr>
            <p:ph type="subTitle" idx="5"/>
          </p:nvPr>
        </p:nvSpPr>
        <p:spPr>
          <a:xfrm>
            <a:off x="3998750" y="3389725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7"/>
          <p:cNvSpPr txBox="1"/>
          <p:nvPr>
            <p:ph type="subTitle" idx="6"/>
          </p:nvPr>
        </p:nvSpPr>
        <p:spPr>
          <a:xfrm>
            <a:off x="3998750" y="3822625"/>
            <a:ext cx="1789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1" name="Google Shape;251;p17"/>
          <p:cNvSpPr txBox="1"/>
          <p:nvPr>
            <p:ph type="subTitle" idx="7"/>
          </p:nvPr>
        </p:nvSpPr>
        <p:spPr>
          <a:xfrm>
            <a:off x="3998750" y="15738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2" name="Google Shape;252;p17"/>
          <p:cNvSpPr txBox="1"/>
          <p:nvPr>
            <p:ph type="subTitle" idx="8"/>
          </p:nvPr>
        </p:nvSpPr>
        <p:spPr>
          <a:xfrm>
            <a:off x="3998750" y="2006750"/>
            <a:ext cx="1789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3" name="Google Shape;253;p17"/>
          <p:cNvSpPr txBox="1"/>
          <p:nvPr>
            <p:ph type="subTitle" idx="9"/>
          </p:nvPr>
        </p:nvSpPr>
        <p:spPr>
          <a:xfrm>
            <a:off x="6541950" y="3389725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17"/>
          <p:cNvSpPr txBox="1"/>
          <p:nvPr>
            <p:ph type="subTitle" idx="13"/>
          </p:nvPr>
        </p:nvSpPr>
        <p:spPr>
          <a:xfrm>
            <a:off x="6541950" y="3822625"/>
            <a:ext cx="1789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5" name="Google Shape;255;p17"/>
          <p:cNvSpPr txBox="1"/>
          <p:nvPr>
            <p:ph type="subTitle" idx="14"/>
          </p:nvPr>
        </p:nvSpPr>
        <p:spPr>
          <a:xfrm>
            <a:off x="6541950" y="15738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17"/>
          <p:cNvSpPr txBox="1"/>
          <p:nvPr>
            <p:ph type="subTitle" idx="15"/>
          </p:nvPr>
        </p:nvSpPr>
        <p:spPr>
          <a:xfrm>
            <a:off x="6541950" y="2006750"/>
            <a:ext cx="1789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7" name="Google Shape;257;p17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58" name="Google Shape;258;p17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59" name="Google Shape;259;p17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60" name="Google Shape;260;p17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61" name="Google Shape;261;p17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62" name="Google Shape;262;p17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63" name="Google Shape;263;p17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64" name="Google Shape;264;p17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18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68" name="Google Shape;268;p18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71" name="Google Shape;271;p18"/>
          <p:cNvSpPr txBox="1"/>
          <p:nvPr>
            <p:ph type="title" hasCustomPrompt="1"/>
          </p:nvPr>
        </p:nvSpPr>
        <p:spPr>
          <a:xfrm flipH="1">
            <a:off x="6033788" y="3367750"/>
            <a:ext cx="23046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2" name="Google Shape;272;p18"/>
          <p:cNvSpPr txBox="1"/>
          <p:nvPr>
            <p:ph type="subTitle" idx="1"/>
          </p:nvPr>
        </p:nvSpPr>
        <p:spPr>
          <a:xfrm flipH="1">
            <a:off x="6033763" y="3980350"/>
            <a:ext cx="2304600" cy="72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3" name="Google Shape;273;p18"/>
          <p:cNvSpPr txBox="1"/>
          <p:nvPr>
            <p:ph type="title" idx="2" hasCustomPrompt="1"/>
          </p:nvPr>
        </p:nvSpPr>
        <p:spPr>
          <a:xfrm flipH="1">
            <a:off x="4981863" y="1347325"/>
            <a:ext cx="23046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4" name="Google Shape;274;p18"/>
          <p:cNvSpPr txBox="1"/>
          <p:nvPr>
            <p:ph type="subTitle" idx="3"/>
          </p:nvPr>
        </p:nvSpPr>
        <p:spPr>
          <a:xfrm flipH="1">
            <a:off x="4981838" y="1959925"/>
            <a:ext cx="2304600" cy="72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5" name="Google Shape;275;p18"/>
          <p:cNvSpPr txBox="1"/>
          <p:nvPr>
            <p:ph type="title" idx="4" hasCustomPrompt="1"/>
          </p:nvPr>
        </p:nvSpPr>
        <p:spPr>
          <a:xfrm flipH="1">
            <a:off x="1953113" y="3415150"/>
            <a:ext cx="23046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6" name="Google Shape;276;p18"/>
          <p:cNvSpPr txBox="1"/>
          <p:nvPr>
            <p:ph type="subTitle" idx="5"/>
          </p:nvPr>
        </p:nvSpPr>
        <p:spPr>
          <a:xfrm flipH="1">
            <a:off x="1953088" y="4027750"/>
            <a:ext cx="2304600" cy="72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7" name="Google Shape;277;p18"/>
          <p:cNvSpPr txBox="1"/>
          <p:nvPr>
            <p:ph type="title" idx="6" hasCustomPrompt="1"/>
          </p:nvPr>
        </p:nvSpPr>
        <p:spPr>
          <a:xfrm flipH="1">
            <a:off x="1448588" y="1183950"/>
            <a:ext cx="23046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8" name="Google Shape;278;p18"/>
          <p:cNvSpPr txBox="1"/>
          <p:nvPr>
            <p:ph type="subTitle" idx="7"/>
          </p:nvPr>
        </p:nvSpPr>
        <p:spPr>
          <a:xfrm flipH="1">
            <a:off x="1448563" y="1796550"/>
            <a:ext cx="2304600" cy="72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9" name="Google Shape;279;p18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0" name="Google Shape;280;p18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1" name="Google Shape;281;p18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2" name="Google Shape;282;p18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3" name="Google Shape;283;p18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4" name="Google Shape;284;p18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5" name="Google Shape;285;p18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86" name="Google Shape;286;p18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19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90" name="Google Shape;290;p19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3" name="Google Shape;293;p19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type="subTitle" idx="1"/>
          </p:nvPr>
        </p:nvSpPr>
        <p:spPr>
          <a:xfrm flipH="1">
            <a:off x="1988400" y="2224225"/>
            <a:ext cx="2583600" cy="144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5" name="Google Shape;295;p19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96" name="Google Shape;296;p19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97" name="Google Shape;297;p19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98" name="Google Shape;298;p19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299" name="Google Shape;299;p19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00" name="Google Shape;300;p19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01" name="Google Shape;301;p19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02" name="Google Shape;302;p19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20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306" name="Google Shape;306;p20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9" name="Google Shape;309;p20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type="subTitle" idx="1"/>
          </p:nvPr>
        </p:nvSpPr>
        <p:spPr>
          <a:xfrm flipH="1">
            <a:off x="5159550" y="2224225"/>
            <a:ext cx="2583600" cy="144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1" name="Google Shape;311;p20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2" name="Google Shape;312;p20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3" name="Google Shape;313;p20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4" name="Google Shape;314;p20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5" name="Google Shape;315;p20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6" name="Google Shape;316;p20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7" name="Google Shape;317;p20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18" name="Google Shape;318;p20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21"/>
          <p:cNvGrpSpPr/>
          <p:nvPr/>
        </p:nvGrpSpPr>
        <p:grpSpPr>
          <a:xfrm>
            <a:off x="1506650" y="540000"/>
            <a:ext cx="6773700" cy="4063500"/>
            <a:chOff x="1185100" y="540000"/>
            <a:chExt cx="6773700" cy="4063500"/>
          </a:xfrm>
        </p:grpSpPr>
        <p:sp>
          <p:nvSpPr>
            <p:cNvPr id="322" name="Google Shape;322;p21"/>
            <p:cNvSpPr/>
            <p:nvPr/>
          </p:nvSpPr>
          <p:spPr>
            <a:xfrm>
              <a:off x="1185100" y="996900"/>
              <a:ext cx="6773700" cy="36066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1185100" y="540000"/>
              <a:ext cx="67737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7470700" y="5400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5" name="Google Shape;325;p21"/>
          <p:cNvSpPr txBox="1"/>
          <p:nvPr>
            <p:ph type="ctrTitle"/>
          </p:nvPr>
        </p:nvSpPr>
        <p:spPr>
          <a:xfrm>
            <a:off x="1970600" y="1075100"/>
            <a:ext cx="5845800" cy="87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6" name="Google Shape;326;p21"/>
          <p:cNvSpPr txBox="1"/>
          <p:nvPr>
            <p:ph type="subTitle" idx="1"/>
          </p:nvPr>
        </p:nvSpPr>
        <p:spPr>
          <a:xfrm>
            <a:off x="3306050" y="2456275"/>
            <a:ext cx="3174900" cy="31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7" name="Google Shape;327;p21"/>
          <p:cNvSpPr txBox="1"/>
          <p:nvPr>
            <p:ph type="subTitle" idx="2"/>
          </p:nvPr>
        </p:nvSpPr>
        <p:spPr>
          <a:xfrm>
            <a:off x="3688850" y="2769175"/>
            <a:ext cx="2409300" cy="82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8" name="Google Shape;328;p21">
            <a:hlinkClick r:id=""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29" name="Google Shape;329;p21">
            <a:hlinkClick r:id=""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30" name="Google Shape;330;p21">
            <a:hlinkClick r:id=""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31" name="Google Shape;331;p21">
            <a:hlinkClick r:id=""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32" name="Google Shape;332;p21">
            <a:hlinkClick r:id="rId3" action="ppaction://hlinksldjump"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4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33" name="Google Shape;333;p21">
            <a:hlinkClick r:id=""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34" name="Google Shape;334;p21">
            <a:hlinkClick r:id=""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ebas Neue" panose="020B0606020202050201"/>
              <a:ea typeface="Bebas Neue" panose="020B0606020202050201"/>
              <a:cs typeface="Bebas Neue" panose="020B0606020202050201"/>
              <a:sym typeface="Bebas Neue" panose="020B0606020202050201"/>
            </a:endParaRPr>
          </a:p>
        </p:txBody>
      </p:sp>
      <p:sp>
        <p:nvSpPr>
          <p:cNvPr id="335" name="Google Shape;335;p21">
            <a:hlinkClick r:id="rId4" action="ppaction://hlinksldjump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21"/>
          <p:cNvSpPr txBox="1"/>
          <p:nvPr/>
        </p:nvSpPr>
        <p:spPr>
          <a:xfrm>
            <a:off x="2661650" y="3650450"/>
            <a:ext cx="44637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43025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CREDITS: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  <a:hlinkClick r:id="rId5"/>
              </a:rPr>
              <a:t>Slidesgo</a:t>
            </a:r>
            <a:r>
              <a:rPr lang="en-GB" sz="1200">
                <a:solidFill>
                  <a:srgbClr val="043025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, including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  <a:hlinkClick r:id="rId6"/>
              </a:rPr>
              <a:t>Flaticon</a:t>
            </a:r>
            <a:r>
              <a:rPr lang="en-GB" sz="1200">
                <a:solidFill>
                  <a:srgbClr val="043025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, and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  <a:hlinkClick r:id="rId7"/>
              </a:rPr>
              <a:t>Freepik</a:t>
            </a:r>
            <a:endParaRPr sz="1200" b="1">
              <a:solidFill>
                <a:schemeClr val="dk1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●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○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■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●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○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■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●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 panose="00000500000000000000"/>
              <a:buChar char="○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Tajawal" panose="00000500000000000000"/>
              <a:buChar char="■"/>
              <a:defRPr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slide" Target="slide2.xml"/><Relationship Id="rId6" Type="http://schemas.openxmlformats.org/officeDocument/2006/relationships/image" Target="../media/image2.png"/><Relationship Id="rId5" Type="http://schemas.openxmlformats.org/officeDocument/2006/relationships/slide" Target="slide21.xml"/><Relationship Id="rId4" Type="http://schemas.openxmlformats.org/officeDocument/2006/relationships/slide" Target="slide7.xml"/><Relationship Id="rId3" Type="http://schemas.openxmlformats.org/officeDocument/2006/relationships/slide" Target="slide3.xml"/><Relationship Id="rId2" Type="http://schemas.openxmlformats.org/officeDocument/2006/relationships/slide" Target="slide17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5.png"/><Relationship Id="rId1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4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6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2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6.png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7.png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8.png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9.png"/><Relationship Id="rId10" Type="http://schemas.openxmlformats.org/officeDocument/2006/relationships/slide" Target="slide16.xml"/><Relationship Id="rId1" Type="http://schemas.openxmlformats.org/officeDocument/2006/relationships/slide" Target="slide2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9.xml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9.xml"/><Relationship Id="rId10" Type="http://schemas.openxmlformats.org/officeDocument/2006/relationships/slide" Target="slide16.xml"/><Relationship Id="rId1" Type="http://schemas.openxmlformats.org/officeDocument/2006/relationships/slide" Target="slide2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2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12.png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9.xml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2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6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5.xml"/><Relationship Id="rId10" Type="http://schemas.openxmlformats.org/officeDocument/2006/relationships/slide" Target="slide17.xml"/><Relationship Id="rId1" Type="http://schemas.openxmlformats.org/officeDocument/2006/relationships/slide" Target="slide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7.xml"/><Relationship Id="rId7" Type="http://schemas.openxmlformats.org/officeDocument/2006/relationships/slide" Target="slide3.xml"/><Relationship Id="rId6" Type="http://schemas.openxmlformats.org/officeDocument/2006/relationships/image" Target="../media/image2.png"/><Relationship Id="rId5" Type="http://schemas.openxmlformats.org/officeDocument/2006/relationships/slide" Target="slide2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20.xml"/><Relationship Id="rId10" Type="http://schemas.openxmlformats.org/officeDocument/2006/relationships/slide" Target="slide17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3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65"/>
          <a:stretch>
            <a:fillRect/>
          </a:stretch>
        </p:blipFill>
        <p:spPr>
          <a:xfrm>
            <a:off x="7599675" y="656275"/>
            <a:ext cx="230150" cy="2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>
            <p:ph type="ctrTitle"/>
          </p:nvPr>
        </p:nvSpPr>
        <p:spPr>
          <a:xfrm>
            <a:off x="1649095" y="996950"/>
            <a:ext cx="5845810" cy="1661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300">
                <a:latin typeface="Raleway Black"/>
                <a:ea typeface="Raleway Black"/>
                <a:cs typeface="Raleway Black"/>
                <a:sym typeface="Raleway Black"/>
              </a:rPr>
              <a:t>  </a:t>
            </a:r>
            <a:r>
              <a:rPr lang="en-US" altLang="en-US" sz="2800">
                <a:latin typeface="Raleway Black"/>
                <a:ea typeface="Raleway Black"/>
                <a:cs typeface="Raleway Black"/>
                <a:sym typeface="Raleway Black"/>
              </a:rPr>
              <a:t>Low-Light Image Enhancement via Multi-Scale Feature Fusion</a:t>
            </a:r>
            <a:br>
              <a:rPr lang="en-US" altLang="en-US" sz="2800">
                <a:latin typeface="Raleway Black"/>
                <a:ea typeface="Raleway Black"/>
                <a:cs typeface="Raleway Black"/>
                <a:sym typeface="Raleway Black"/>
              </a:rPr>
            </a:br>
            <a:endParaRPr lang="en-US" altLang="en-US" sz="28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45" name="Google Shape;345;p23"/>
          <p:cNvSpPr txBox="1"/>
          <p:nvPr>
            <p:ph type="subTitle" idx="1"/>
          </p:nvPr>
        </p:nvSpPr>
        <p:spPr>
          <a:xfrm>
            <a:off x="1649095" y="2339340"/>
            <a:ext cx="5845810" cy="12674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Soumitra Paul</a:t>
            </a:r>
            <a:endParaRPr lang="en-US" altLang="en-US"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BSSE 1317</a:t>
            </a:r>
            <a:endParaRPr lang="en-US" altLang="en-US"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Supervised By</a:t>
            </a:r>
            <a:endParaRPr lang="en-US" altLang="en-US"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Dr. Emon Kumar Dey</a:t>
            </a:r>
            <a:endParaRPr lang="en-US" altLang="en-US" sz="1600"/>
          </a:p>
        </p:txBody>
      </p:sp>
      <p:sp>
        <p:nvSpPr>
          <p:cNvPr id="346" name="Google Shape;346;p23">
            <a:hlinkClick r:id="" action="ppaction://hlinkshowjump?jump=nextslide"/>
          </p:cNvPr>
          <p:cNvSpPr/>
          <p:nvPr/>
        </p:nvSpPr>
        <p:spPr>
          <a:xfrm>
            <a:off x="3702200" y="3771475"/>
            <a:ext cx="1739700" cy="4569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ENTER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4"/>
          <p:cNvGrpSpPr/>
          <p:nvPr/>
        </p:nvGrpSpPr>
        <p:grpSpPr>
          <a:xfrm>
            <a:off x="1639850" y="2972325"/>
            <a:ext cx="2526000" cy="1403100"/>
            <a:chOff x="1639850" y="2972325"/>
            <a:chExt cx="2526000" cy="1403100"/>
          </a:xfrm>
        </p:grpSpPr>
        <p:sp>
          <p:nvSpPr>
            <p:cNvPr id="352" name="Google Shape;352;p24"/>
            <p:cNvSpPr/>
            <p:nvPr/>
          </p:nvSpPr>
          <p:spPr>
            <a:xfrm>
              <a:off x="1801924" y="2972325"/>
              <a:ext cx="9009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1639850" y="3150525"/>
              <a:ext cx="25260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4" name="Google Shape;354;p24"/>
          <p:cNvGrpSpPr/>
          <p:nvPr/>
        </p:nvGrpSpPr>
        <p:grpSpPr>
          <a:xfrm>
            <a:off x="5637150" y="2972325"/>
            <a:ext cx="2526000" cy="1403100"/>
            <a:chOff x="5637150" y="2972325"/>
            <a:chExt cx="2526000" cy="1403100"/>
          </a:xfrm>
        </p:grpSpPr>
        <p:sp>
          <p:nvSpPr>
            <p:cNvPr id="355" name="Google Shape;355;p24"/>
            <p:cNvSpPr/>
            <p:nvPr/>
          </p:nvSpPr>
          <p:spPr>
            <a:xfrm>
              <a:off x="5799224" y="2972325"/>
              <a:ext cx="9009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5637150" y="3150525"/>
              <a:ext cx="25260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7" name="Google Shape;357;p24"/>
          <p:cNvGrpSpPr/>
          <p:nvPr/>
        </p:nvGrpSpPr>
        <p:grpSpPr>
          <a:xfrm>
            <a:off x="1639850" y="1168762"/>
            <a:ext cx="2526000" cy="1403111"/>
            <a:chOff x="1639850" y="1168762"/>
            <a:chExt cx="2526000" cy="1403111"/>
          </a:xfrm>
        </p:grpSpPr>
        <p:sp>
          <p:nvSpPr>
            <p:cNvPr id="358" name="Google Shape;358;p24"/>
            <p:cNvSpPr/>
            <p:nvPr/>
          </p:nvSpPr>
          <p:spPr>
            <a:xfrm>
              <a:off x="1801924" y="1168762"/>
              <a:ext cx="9009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1639850" y="1346973"/>
              <a:ext cx="25260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0" name="Google Shape;360;p2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361" name="Google Shape;361;p24">
            <a:hlinkClick r:id="rId1" action="ppaction://hlinksldjump"/>
          </p:cNvPr>
          <p:cNvSpPr txBox="1"/>
          <p:nvPr>
            <p:ph type="subTitle" idx="1"/>
          </p:nvPr>
        </p:nvSpPr>
        <p:spPr>
          <a:xfrm>
            <a:off x="1814598" y="3285154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 lang="en-GB"/>
          </a:p>
        </p:txBody>
      </p:sp>
      <p:sp>
        <p:nvSpPr>
          <p:cNvPr id="362" name="Google Shape;362;p24"/>
          <p:cNvSpPr txBox="1"/>
          <p:nvPr>
            <p:ph type="subTitle" idx="2"/>
          </p:nvPr>
        </p:nvSpPr>
        <p:spPr>
          <a:xfrm>
            <a:off x="1814600" y="3654568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Comparison</a:t>
            </a:r>
            <a:endParaRPr lang="en-GB"/>
          </a:p>
        </p:txBody>
      </p:sp>
      <p:grpSp>
        <p:nvGrpSpPr>
          <p:cNvPr id="363" name="Google Shape;363;p24"/>
          <p:cNvGrpSpPr/>
          <p:nvPr/>
        </p:nvGrpSpPr>
        <p:grpSpPr>
          <a:xfrm>
            <a:off x="5637150" y="1168762"/>
            <a:ext cx="2526000" cy="1403111"/>
            <a:chOff x="5637150" y="1168762"/>
            <a:chExt cx="2526000" cy="1403111"/>
          </a:xfrm>
        </p:grpSpPr>
        <p:sp>
          <p:nvSpPr>
            <p:cNvPr id="364" name="Google Shape;364;p24"/>
            <p:cNvSpPr/>
            <p:nvPr/>
          </p:nvSpPr>
          <p:spPr>
            <a:xfrm>
              <a:off x="5799224" y="1168762"/>
              <a:ext cx="9009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5637150" y="1346973"/>
              <a:ext cx="25260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6" name="Google Shape;366;p24">
            <a:hlinkClick r:id="rId2" action="ppaction://hlinksldjump"/>
          </p:cNvPr>
          <p:cNvSpPr txBox="1"/>
          <p:nvPr>
            <p:ph type="subTitle" idx="3"/>
          </p:nvPr>
        </p:nvSpPr>
        <p:spPr>
          <a:xfrm>
            <a:off x="5811898" y="3285154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</a:t>
            </a:r>
            <a:r>
              <a:rPr lang="en-US" altLang="en-GB"/>
              <a:t>SCOPE 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&amp; LIMITATIONS</a:t>
            </a:r>
            <a:endParaRPr lang="en-US" altLang="en-GB"/>
          </a:p>
        </p:txBody>
      </p:sp>
      <p:sp>
        <p:nvSpPr>
          <p:cNvPr id="367" name="Google Shape;367;p24"/>
          <p:cNvSpPr txBox="1"/>
          <p:nvPr>
            <p:ph type="subTitle" idx="4"/>
          </p:nvPr>
        </p:nvSpPr>
        <p:spPr>
          <a:xfrm>
            <a:off x="5812155" y="3888105"/>
            <a:ext cx="2176780" cy="33909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Limitations &amp; Scope</a:t>
            </a:r>
            <a:endParaRPr lang="en-US" altLang="en-GB"/>
          </a:p>
        </p:txBody>
      </p:sp>
      <p:sp>
        <p:nvSpPr>
          <p:cNvPr id="368" name="Google Shape;368;p24">
            <a:hlinkClick r:id="rId3" action="ppaction://hlinksldjump"/>
          </p:cNvPr>
          <p:cNvSpPr txBox="1"/>
          <p:nvPr>
            <p:ph type="subTitle" idx="5"/>
          </p:nvPr>
        </p:nvSpPr>
        <p:spPr>
          <a:xfrm>
            <a:off x="1814598" y="1481591"/>
            <a:ext cx="2176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369" name="Google Shape;369;p24"/>
          <p:cNvSpPr txBox="1"/>
          <p:nvPr>
            <p:ph type="subTitle" idx="6"/>
          </p:nvPr>
        </p:nvSpPr>
        <p:spPr>
          <a:xfrm>
            <a:off x="1814600" y="1851005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Motivation, Purpose, and </a:t>
            </a:r>
            <a:r>
              <a:rPr lang="en-US" altLang="en-GB"/>
              <a:t>Features</a:t>
            </a:r>
            <a:endParaRPr lang="en-US" altLang="en-GB"/>
          </a:p>
        </p:txBody>
      </p:sp>
      <p:sp>
        <p:nvSpPr>
          <p:cNvPr id="370" name="Google Shape;370;p24">
            <a:hlinkClick r:id="rId4" action="ppaction://hlinksldjump"/>
          </p:cNvPr>
          <p:cNvSpPr txBox="1"/>
          <p:nvPr>
            <p:ph type="subTitle" idx="7"/>
          </p:nvPr>
        </p:nvSpPr>
        <p:spPr>
          <a:xfrm>
            <a:off x="5591700" y="1457400"/>
            <a:ext cx="2616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 lang="en-GB"/>
          </a:p>
        </p:txBody>
      </p:sp>
      <p:sp>
        <p:nvSpPr>
          <p:cNvPr id="371" name="Google Shape;371;p24"/>
          <p:cNvSpPr txBox="1"/>
          <p:nvPr>
            <p:ph type="subTitle" idx="8"/>
          </p:nvPr>
        </p:nvSpPr>
        <p:spPr>
          <a:xfrm>
            <a:off x="5811900" y="1851005"/>
            <a:ext cx="21765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 lang="en-GB"/>
          </a:p>
        </p:txBody>
      </p:sp>
      <p:pic>
        <p:nvPicPr>
          <p:cNvPr id="372" name="Google Shape;372;p24">
            <a:hlinkClick r:id="rId5" action="ppaction://hlinksldjump"/>
          </p:cNvPr>
          <p:cNvPicPr preferRelativeResize="0"/>
          <p:nvPr/>
        </p:nvPicPr>
        <p:blipFill rotWithShape="1">
          <a:blip r:embed="rId6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4">
            <a:hlinkClick r:id="rId7" action="ppaction://hlinksldjump"/>
          </p:cNvPr>
          <p:cNvPicPr preferRelativeResize="0"/>
          <p:nvPr/>
        </p:nvPicPr>
        <p:blipFill rotWithShape="1">
          <a:blip r:embed="rId8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4">
            <a:hlinkClick r:id="" action="ppaction://hlinkshowjump?jump=previousslide"/>
          </p:cNvPr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>
            <a:hlinkClick r:id="" action="ppaction://hlinkshowjump?jump=nextslide"/>
          </p:cNvPr>
          <p:cNvPicPr preferRelativeResize="0"/>
          <p:nvPr/>
        </p:nvPicPr>
        <p:blipFill>
          <a:blip r:embed="rId9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>
            <a:hlinkClick r:id=""/>
          </p:cNvPr>
          <p:cNvPicPr preferRelativeResize="0"/>
          <p:nvPr/>
        </p:nvPicPr>
        <p:blipFill rotWithShape="1">
          <a:blip r:embed="rId10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4">
            <a:hlinkClick r:id="rId3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8" name="Google Shape;378;p24">
            <a:hlinkClick r:id="rId4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9" name="Google Shape;379;p24">
            <a:hlinkClick r:id="rId1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0" name="Google Shape;380;p24">
            <a:hlinkClick r:id="rId2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5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7533725" y="496125"/>
            <a:ext cx="265550" cy="25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5"/>
          <p:cNvGrpSpPr/>
          <p:nvPr/>
        </p:nvGrpSpPr>
        <p:grpSpPr>
          <a:xfrm>
            <a:off x="2418350" y="3251300"/>
            <a:ext cx="4950300" cy="1725900"/>
            <a:chOff x="2418350" y="3251300"/>
            <a:chExt cx="4950300" cy="1725900"/>
          </a:xfrm>
        </p:grpSpPr>
        <p:sp>
          <p:nvSpPr>
            <p:cNvPr id="387" name="Google Shape;387;p25"/>
            <p:cNvSpPr/>
            <p:nvPr/>
          </p:nvSpPr>
          <p:spPr>
            <a:xfrm>
              <a:off x="2418350" y="3708200"/>
              <a:ext cx="4950300" cy="1269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25"/>
            <p:cNvSpPr/>
            <p:nvPr/>
          </p:nvSpPr>
          <p:spPr>
            <a:xfrm>
              <a:off x="2418350" y="3251300"/>
              <a:ext cx="49503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25"/>
            <p:cNvSpPr/>
            <p:nvPr/>
          </p:nvSpPr>
          <p:spPr>
            <a:xfrm>
              <a:off x="6880425" y="32513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0" name="Google Shape;390;p25"/>
          <p:cNvSpPr txBox="1"/>
          <p:nvPr>
            <p:ph type="title"/>
          </p:nvPr>
        </p:nvSpPr>
        <p:spPr>
          <a:xfrm>
            <a:off x="2570850" y="2366563"/>
            <a:ext cx="46614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391" name="Google Shape;391;p25"/>
          <p:cNvSpPr txBox="1"/>
          <p:nvPr>
            <p:ph type="subTitle" idx="1"/>
          </p:nvPr>
        </p:nvSpPr>
        <p:spPr>
          <a:xfrm>
            <a:off x="3159975" y="3992000"/>
            <a:ext cx="34830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this Project ?</a:t>
            </a:r>
            <a:endParaRPr lang="en-GB"/>
          </a:p>
        </p:txBody>
      </p:sp>
      <p:sp>
        <p:nvSpPr>
          <p:cNvPr id="392" name="Google Shape;392;p25"/>
          <p:cNvSpPr txBox="1"/>
          <p:nvPr>
            <p:ph type="title" idx="2"/>
          </p:nvPr>
        </p:nvSpPr>
        <p:spPr>
          <a:xfrm>
            <a:off x="4244000" y="1256362"/>
            <a:ext cx="1299000" cy="10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01.</a:t>
            </a:r>
            <a:endParaRPr lang="en-GB"/>
          </a:p>
        </p:txBody>
      </p:sp>
      <p:pic>
        <p:nvPicPr>
          <p:cNvPr id="393" name="Google Shape;393;p25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6991700" y="3350325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5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5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5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5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5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9" name="Google Shape;399;p25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0" name="Google Shape;400;p25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1" name="Google Shape;401;p25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INTRODUCTION</a:t>
            </a:r>
            <a:endParaRPr lang="en-GB"/>
          </a:p>
        </p:txBody>
      </p:sp>
      <p:sp>
        <p:nvSpPr>
          <p:cNvPr id="407" name="Google Shape;407;p26"/>
          <p:cNvSpPr txBox="1"/>
          <p:nvPr>
            <p:ph type="subTitle" idx="1"/>
          </p:nvPr>
        </p:nvSpPr>
        <p:spPr>
          <a:xfrm>
            <a:off x="1816375" y="1591475"/>
            <a:ext cx="6154200" cy="260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altLang="en-US" sz="2600"/>
              <a:t>A locally hosted web application built with multi-scale fusion architeture, featuring enhancing low light image with output calibration controls.</a:t>
            </a:r>
            <a:endParaRPr lang="en-US" altLang="en-US" sz="2600"/>
          </a:p>
        </p:txBody>
      </p:sp>
      <p:pic>
        <p:nvPicPr>
          <p:cNvPr id="408" name="Google Shape;408;p26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6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6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6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6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4" name="Google Shape;414;p26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5" name="Google Shape;415;p26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6" name="Google Shape;416;p26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oogle Shape;421;p27"/>
          <p:cNvGrpSpPr/>
          <p:nvPr/>
        </p:nvGrpSpPr>
        <p:grpSpPr>
          <a:xfrm>
            <a:off x="5155300" y="2536500"/>
            <a:ext cx="2750100" cy="1855525"/>
            <a:chOff x="5155300" y="2438600"/>
            <a:chExt cx="2750100" cy="1855525"/>
          </a:xfrm>
        </p:grpSpPr>
        <p:sp>
          <p:nvSpPr>
            <p:cNvPr id="422" name="Google Shape;422;p27"/>
            <p:cNvSpPr/>
            <p:nvPr/>
          </p:nvSpPr>
          <p:spPr>
            <a:xfrm>
              <a:off x="5317374" y="2438600"/>
              <a:ext cx="9009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5155300" y="2616825"/>
              <a:ext cx="2750100" cy="16773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4" name="Google Shape;424;p27"/>
          <p:cNvGrpSpPr/>
          <p:nvPr/>
        </p:nvGrpSpPr>
        <p:grpSpPr>
          <a:xfrm>
            <a:off x="1639850" y="2536500"/>
            <a:ext cx="2750100" cy="1855525"/>
            <a:chOff x="1639850" y="2438600"/>
            <a:chExt cx="2750100" cy="1855525"/>
          </a:xfrm>
        </p:grpSpPr>
        <p:sp>
          <p:nvSpPr>
            <p:cNvPr id="425" name="Google Shape;425;p27"/>
            <p:cNvSpPr/>
            <p:nvPr/>
          </p:nvSpPr>
          <p:spPr>
            <a:xfrm>
              <a:off x="1801924" y="2438600"/>
              <a:ext cx="9009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1639850" y="2616825"/>
              <a:ext cx="2750100" cy="16773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27" name="Google Shape;427;p27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</a:t>
            </a:r>
            <a:endParaRPr lang="en-GB"/>
          </a:p>
        </p:txBody>
      </p:sp>
      <p:sp>
        <p:nvSpPr>
          <p:cNvPr id="428" name="Google Shape;428;p27"/>
          <p:cNvSpPr txBox="1"/>
          <p:nvPr>
            <p:ph type="subTitle" idx="1"/>
          </p:nvPr>
        </p:nvSpPr>
        <p:spPr>
          <a:xfrm>
            <a:off x="1755650" y="32293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Research based 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Image restoration</a:t>
            </a:r>
            <a:endParaRPr lang="en-US" altLang="en-GB"/>
          </a:p>
        </p:txBody>
      </p:sp>
      <p:sp>
        <p:nvSpPr>
          <p:cNvPr id="429" name="Google Shape;429;p27"/>
          <p:cNvSpPr txBox="1"/>
          <p:nvPr>
            <p:ph type="subTitle" idx="3"/>
          </p:nvPr>
        </p:nvSpPr>
        <p:spPr>
          <a:xfrm>
            <a:off x="5271088" y="32293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Evaluating model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generalization</a:t>
            </a:r>
            <a:endParaRPr lang="en-US" altLang="en-GB"/>
          </a:p>
        </p:txBody>
      </p:sp>
      <p:pic>
        <p:nvPicPr>
          <p:cNvPr id="440" name="Google Shape;440;p27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7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7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7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7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7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6" name="Google Shape;446;p27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7" name="Google Shape;447;p27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8" name="Google Shape;448;p27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0"/>
          <p:cNvGrpSpPr/>
          <p:nvPr/>
        </p:nvGrpSpPr>
        <p:grpSpPr>
          <a:xfrm>
            <a:off x="1363000" y="1234550"/>
            <a:ext cx="1974600" cy="1403100"/>
            <a:chOff x="1722050" y="1269300"/>
            <a:chExt cx="1974600" cy="1403100"/>
          </a:xfrm>
        </p:grpSpPr>
        <p:sp>
          <p:nvSpPr>
            <p:cNvPr id="509" name="Google Shape;509;p30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11" name="Google Shape;511;p30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</a:t>
            </a:r>
            <a:endParaRPr lang="en-GB"/>
          </a:p>
        </p:txBody>
      </p:sp>
      <p:sp>
        <p:nvSpPr>
          <p:cNvPr id="512" name="Google Shape;512;p30"/>
          <p:cNvSpPr txBox="1"/>
          <p:nvPr>
            <p:ph type="subTitle" idx="3"/>
          </p:nvPr>
        </p:nvSpPr>
        <p:spPr>
          <a:xfrm>
            <a:off x="1451200" y="1793275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User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adjustable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preference</a:t>
            </a:r>
            <a:endParaRPr lang="en-US" altLang="en-GB"/>
          </a:p>
        </p:txBody>
      </p:sp>
      <p:pic>
        <p:nvPicPr>
          <p:cNvPr id="513" name="Google Shape;513;p30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0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0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0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0">
            <a:hlinkClick r:id="rId1" action="ppaction://hlinksldjump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0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9" name="Google Shape;519;p30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20" name="Google Shape;520;p30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21" name="Google Shape;521;p30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22" name="Google Shape;522;p30"/>
          <p:cNvGrpSpPr/>
          <p:nvPr/>
        </p:nvGrpSpPr>
        <p:grpSpPr>
          <a:xfrm>
            <a:off x="3906200" y="1258225"/>
            <a:ext cx="1974600" cy="1403100"/>
            <a:chOff x="1722050" y="1269300"/>
            <a:chExt cx="1974600" cy="1403100"/>
          </a:xfrm>
        </p:grpSpPr>
        <p:sp>
          <p:nvSpPr>
            <p:cNvPr id="523" name="Google Shape;523;p30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5" name="Google Shape;525;p30"/>
          <p:cNvSpPr txBox="1"/>
          <p:nvPr>
            <p:ph type="subTitle" idx="3"/>
          </p:nvPr>
        </p:nvSpPr>
        <p:spPr>
          <a:xfrm>
            <a:off x="3918200" y="1740750"/>
            <a:ext cx="19191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Users can input </a:t>
            </a:r>
            <a:r>
              <a:rPr lang="en-US" altLang="en-GB" sz="1900"/>
              <a:t>multiple images</a:t>
            </a:r>
            <a:endParaRPr lang="en-US" altLang="en-GB"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900"/>
              <a:t>at a time</a:t>
            </a:r>
            <a:endParaRPr lang="en-US" altLang="en-GB" sz="1900"/>
          </a:p>
        </p:txBody>
      </p:sp>
      <p:grpSp>
        <p:nvGrpSpPr>
          <p:cNvPr id="526" name="Google Shape;526;p30"/>
          <p:cNvGrpSpPr/>
          <p:nvPr/>
        </p:nvGrpSpPr>
        <p:grpSpPr>
          <a:xfrm>
            <a:off x="6449400" y="1230525"/>
            <a:ext cx="1974600" cy="1403100"/>
            <a:chOff x="1722050" y="1269300"/>
            <a:chExt cx="1974600" cy="1403100"/>
          </a:xfrm>
        </p:grpSpPr>
        <p:sp>
          <p:nvSpPr>
            <p:cNvPr id="527" name="Google Shape;527;p30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9" name="Google Shape;529;p30"/>
          <p:cNvSpPr txBox="1"/>
          <p:nvPr>
            <p:ph type="subTitle" idx="3"/>
          </p:nvPr>
        </p:nvSpPr>
        <p:spPr>
          <a:xfrm>
            <a:off x="6537600" y="17892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Download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option</a:t>
            </a:r>
            <a:endParaRPr lang="en-US" altLang="en-GB"/>
          </a:p>
        </p:txBody>
      </p:sp>
      <p:grpSp>
        <p:nvGrpSpPr>
          <p:cNvPr id="530" name="Google Shape;530;p30"/>
          <p:cNvGrpSpPr/>
          <p:nvPr/>
        </p:nvGrpSpPr>
        <p:grpSpPr>
          <a:xfrm>
            <a:off x="3918200" y="3088075"/>
            <a:ext cx="1974600" cy="1403100"/>
            <a:chOff x="1722050" y="1269300"/>
            <a:chExt cx="1974600" cy="1403100"/>
          </a:xfrm>
        </p:grpSpPr>
        <p:sp>
          <p:nvSpPr>
            <p:cNvPr id="531" name="Google Shape;531;p30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33" name="Google Shape;533;p30"/>
          <p:cNvSpPr txBox="1"/>
          <p:nvPr>
            <p:ph type="subTitle" idx="3"/>
          </p:nvPr>
        </p:nvSpPr>
        <p:spPr>
          <a:xfrm>
            <a:off x="4006400" y="364680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 UI</a:t>
            </a:r>
            <a:r>
              <a:rPr lang="en-GB"/>
              <a:t> 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1"/>
          <p:cNvSpPr txBox="1"/>
          <p:nvPr>
            <p:ph type="title"/>
          </p:nvPr>
        </p:nvSpPr>
        <p:spPr>
          <a:xfrm>
            <a:off x="1518850" y="2366575"/>
            <a:ext cx="6783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 lang="en-GB"/>
          </a:p>
        </p:txBody>
      </p:sp>
      <p:grpSp>
        <p:nvGrpSpPr>
          <p:cNvPr id="539" name="Google Shape;539;p31"/>
          <p:cNvGrpSpPr/>
          <p:nvPr/>
        </p:nvGrpSpPr>
        <p:grpSpPr>
          <a:xfrm>
            <a:off x="2418350" y="3251300"/>
            <a:ext cx="4950300" cy="1725900"/>
            <a:chOff x="2418350" y="3251300"/>
            <a:chExt cx="4950300" cy="1725900"/>
          </a:xfrm>
        </p:grpSpPr>
        <p:sp>
          <p:nvSpPr>
            <p:cNvPr id="540" name="Google Shape;540;p31"/>
            <p:cNvSpPr/>
            <p:nvPr/>
          </p:nvSpPr>
          <p:spPr>
            <a:xfrm>
              <a:off x="2418350" y="3708200"/>
              <a:ext cx="4950300" cy="1269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2418350" y="3251300"/>
              <a:ext cx="49503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6880425" y="32513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43" name="Google Shape;543;p31"/>
          <p:cNvSpPr txBox="1"/>
          <p:nvPr>
            <p:ph type="subTitle" idx="1"/>
          </p:nvPr>
        </p:nvSpPr>
        <p:spPr>
          <a:xfrm>
            <a:off x="3159975" y="3992000"/>
            <a:ext cx="34830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the project</a:t>
            </a:r>
            <a:endParaRPr lang="en-GB"/>
          </a:p>
        </p:txBody>
      </p:sp>
      <p:sp>
        <p:nvSpPr>
          <p:cNvPr id="544" name="Google Shape;544;p31"/>
          <p:cNvSpPr txBox="1"/>
          <p:nvPr>
            <p:ph type="title" idx="2"/>
          </p:nvPr>
        </p:nvSpPr>
        <p:spPr>
          <a:xfrm>
            <a:off x="4244000" y="1256362"/>
            <a:ext cx="1299000" cy="10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02.</a:t>
            </a:r>
            <a:endParaRPr lang="en-GB"/>
          </a:p>
        </p:txBody>
      </p:sp>
      <p:pic>
        <p:nvPicPr>
          <p:cNvPr id="545" name="Google Shape;545;p31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7533725" y="496125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1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1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1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1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1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6991700" y="3350325"/>
            <a:ext cx="265550" cy="2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1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2" name="Google Shape;552;p31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3" name="Google Shape;553;p31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4" name="Google Shape;554;p31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32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2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2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2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2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2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5" name="Google Shape;565;p32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6" name="Google Shape;566;p32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7" name="Google Shape;567;p32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8" name="Google Shape;568;p32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COMPONENTS</a:t>
            </a:r>
            <a:endParaRPr lang="en-GB"/>
          </a:p>
        </p:txBody>
      </p:sp>
      <p:pic>
        <p:nvPicPr>
          <p:cNvPr id="1" name="Picture 0" descr="Screenshot 2026-02-26 0103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9205" y="1059815"/>
            <a:ext cx="7030085" cy="3658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3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3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3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3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3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3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0" name="Google Shape;580;p33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1" name="Google Shape;581;p33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2" name="Google Shape;582;p33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4" name="Google Shape;584;p33"/>
          <p:cNvSpPr txBox="1"/>
          <p:nvPr>
            <p:ph type="title"/>
          </p:nvPr>
        </p:nvSpPr>
        <p:spPr>
          <a:xfrm>
            <a:off x="10378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Model architecture</a:t>
            </a:r>
            <a:endParaRPr lang="en-US" altLang="en-GB"/>
          </a:p>
        </p:txBody>
      </p:sp>
      <p:pic>
        <p:nvPicPr>
          <p:cNvPr id="3" name="Picture 2" descr="Screenshot 2026-02-26 0110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7450" y="1275715"/>
            <a:ext cx="7087870" cy="2909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34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4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4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4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4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4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7" name="Google Shape;597;p34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8" name="Google Shape;598;p34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9" name="Google Shape;599;p34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0" name="Google Shape;600;p3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SYSTEM OVERVIEW</a:t>
            </a:r>
            <a:endParaRPr lang="en-US" altLang="en-GB"/>
          </a:p>
        </p:txBody>
      </p:sp>
      <p:pic>
        <p:nvPicPr>
          <p:cNvPr id="2" name="Picture 1" descr="Screenshot 2026-02-25 0402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9250" y="1489710"/>
            <a:ext cx="6362700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34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4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4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4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4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4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7" name="Google Shape;597;p34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8" name="Google Shape;598;p34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9" name="Google Shape;599;p34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0" name="Google Shape;600;p3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BRAIN OF THE PROJECT</a:t>
            </a:r>
            <a:endParaRPr lang="en-US" altLang="en-GB"/>
          </a:p>
        </p:txBody>
      </p:sp>
      <p:pic>
        <p:nvPicPr>
          <p:cNvPr id="2" name="Picture 1" descr="Screenshot 2026-02-25 04405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695" y="1419225"/>
            <a:ext cx="7495540" cy="2908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37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7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7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7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7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7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4" name="Google Shape;644;p37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5" name="Google Shape;645;p37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6" name="Google Shape;646;p37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7" name="Google Shape;647;p37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Tuning </a:t>
            </a:r>
            <a:endParaRPr lang="en-US" altLang="en-GB"/>
          </a:p>
        </p:txBody>
      </p:sp>
      <p:pic>
        <p:nvPicPr>
          <p:cNvPr id="1" name="Picture 0" descr="t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7495" y="1059815"/>
            <a:ext cx="6422390" cy="1887220"/>
          </a:xfrm>
          <a:prstGeom prst="rect">
            <a:avLst/>
          </a:prstGeom>
        </p:spPr>
      </p:pic>
      <p:pic>
        <p:nvPicPr>
          <p:cNvPr id="2" name="Picture 1" descr="t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305" y="3251200"/>
            <a:ext cx="7762875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37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7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7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7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7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7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4" name="Google Shape;644;p37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5" name="Google Shape;645;p37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6" name="Google Shape;646;p37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7" name="Google Shape;647;p37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Dataset</a:t>
            </a:r>
            <a:endParaRPr lang="en-US" altLang="en-GB"/>
          </a:p>
        </p:txBody>
      </p:sp>
      <p:sp>
        <p:nvSpPr>
          <p:cNvPr id="2" name="Text Box 1"/>
          <p:cNvSpPr txBox="1"/>
          <p:nvPr/>
        </p:nvSpPr>
        <p:spPr>
          <a:xfrm>
            <a:off x="2115185" y="1515745"/>
            <a:ext cx="5887085" cy="2369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Dataset: LOL (Low-Light) dataset (v1 and v2).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Structure: Paired images consisting of low-light inputs and normal-light ground truths.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Split: 90% for training and 10% for validation/testing.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Purpose: Providing a supervised learning environment to teach the model lighting restoration.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"/>
          <p:cNvSpPr txBox="1"/>
          <p:nvPr>
            <p:ph type="title"/>
          </p:nvPr>
        </p:nvSpPr>
        <p:spPr>
          <a:xfrm>
            <a:off x="2562800" y="2193588"/>
            <a:ext cx="46614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 sz="4400"/>
          </a:p>
        </p:txBody>
      </p:sp>
      <p:grpSp>
        <p:nvGrpSpPr>
          <p:cNvPr id="656" name="Google Shape;656;p38"/>
          <p:cNvGrpSpPr/>
          <p:nvPr/>
        </p:nvGrpSpPr>
        <p:grpSpPr>
          <a:xfrm>
            <a:off x="2418350" y="3251300"/>
            <a:ext cx="4950300" cy="1725900"/>
            <a:chOff x="2418350" y="3251300"/>
            <a:chExt cx="4950300" cy="1725900"/>
          </a:xfrm>
        </p:grpSpPr>
        <p:sp>
          <p:nvSpPr>
            <p:cNvPr id="657" name="Google Shape;657;p38"/>
            <p:cNvSpPr/>
            <p:nvPr/>
          </p:nvSpPr>
          <p:spPr>
            <a:xfrm>
              <a:off x="2418350" y="3708200"/>
              <a:ext cx="4950300" cy="1269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2418350" y="3251300"/>
              <a:ext cx="49503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6880425" y="32513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0" name="Google Shape;660;p38"/>
          <p:cNvSpPr txBox="1"/>
          <p:nvPr>
            <p:ph type="subTitle" idx="1"/>
          </p:nvPr>
        </p:nvSpPr>
        <p:spPr>
          <a:xfrm>
            <a:off x="3159975" y="3992000"/>
            <a:ext cx="34830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much has it improved?</a:t>
            </a:r>
            <a:endParaRPr lang="en-GB"/>
          </a:p>
        </p:txBody>
      </p:sp>
      <p:sp>
        <p:nvSpPr>
          <p:cNvPr id="661" name="Google Shape;661;p38"/>
          <p:cNvSpPr txBox="1"/>
          <p:nvPr>
            <p:ph type="title" idx="2"/>
          </p:nvPr>
        </p:nvSpPr>
        <p:spPr>
          <a:xfrm>
            <a:off x="4244000" y="975612"/>
            <a:ext cx="1299000" cy="10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03.</a:t>
            </a:r>
            <a:endParaRPr lang="en-GB"/>
          </a:p>
        </p:txBody>
      </p:sp>
      <p:pic>
        <p:nvPicPr>
          <p:cNvPr id="662" name="Google Shape;662;p38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7533725" y="496125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8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8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8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38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38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6991700" y="3350325"/>
            <a:ext cx="265550" cy="2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38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9" name="Google Shape;669;p38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0" name="Google Shape;670;p38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1" name="Google Shape;671;p38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39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39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9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39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39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9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2" name="Google Shape;682;p39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3" name="Google Shape;683;p39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4" name="Google Shape;684;p39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5" name="Google Shape;685;p39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Outcome</a:t>
            </a:r>
            <a:endParaRPr lang="en-US" altLang="en-GB"/>
          </a:p>
        </p:txBody>
      </p:sp>
      <p:pic>
        <p:nvPicPr>
          <p:cNvPr id="2" name="Picture 1" descr="Screenshot 2026-02-26 0036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7495" y="1275715"/>
            <a:ext cx="6637020" cy="2990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40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0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0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0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0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0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8" name="Google Shape;698;p40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9" name="Google Shape;699;p40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0" name="Google Shape;700;p40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1" name="Google Shape;701;p40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COMPARISON</a:t>
            </a:r>
            <a:endParaRPr lang="en-GB"/>
          </a:p>
        </p:txBody>
      </p:sp>
      <p:pic>
        <p:nvPicPr>
          <p:cNvPr id="1" name="Picture 0" descr="Screenshot 2026-02-25 22495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5425" y="1203325"/>
            <a:ext cx="3612515" cy="1823720"/>
          </a:xfrm>
          <a:prstGeom prst="rect">
            <a:avLst/>
          </a:prstGeom>
        </p:spPr>
      </p:pic>
      <p:pic>
        <p:nvPicPr>
          <p:cNvPr id="2" name="Picture 1" descr="Screenshot 2026-02-26 0032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7450" y="3219450"/>
            <a:ext cx="7392035" cy="13328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Google Shape;707;p41"/>
          <p:cNvGrpSpPr/>
          <p:nvPr/>
        </p:nvGrpSpPr>
        <p:grpSpPr>
          <a:xfrm>
            <a:off x="2418350" y="3251300"/>
            <a:ext cx="4950300" cy="1725900"/>
            <a:chOff x="2418350" y="3251300"/>
            <a:chExt cx="4950300" cy="1725900"/>
          </a:xfrm>
        </p:grpSpPr>
        <p:sp>
          <p:nvSpPr>
            <p:cNvPr id="708" name="Google Shape;708;p41"/>
            <p:cNvSpPr/>
            <p:nvPr/>
          </p:nvSpPr>
          <p:spPr>
            <a:xfrm>
              <a:off x="2418350" y="3708200"/>
              <a:ext cx="4950300" cy="1269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41"/>
            <p:cNvSpPr/>
            <p:nvPr/>
          </p:nvSpPr>
          <p:spPr>
            <a:xfrm>
              <a:off x="2418350" y="3251300"/>
              <a:ext cx="49503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6880425" y="3251300"/>
              <a:ext cx="4881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11" name="Google Shape;711;p41"/>
          <p:cNvSpPr txBox="1"/>
          <p:nvPr>
            <p:ph type="title"/>
          </p:nvPr>
        </p:nvSpPr>
        <p:spPr>
          <a:xfrm>
            <a:off x="1490875" y="2366575"/>
            <a:ext cx="68115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FACED</a:t>
            </a:r>
            <a:endParaRPr lang="en-GB"/>
          </a:p>
        </p:txBody>
      </p:sp>
      <p:sp>
        <p:nvSpPr>
          <p:cNvPr id="712" name="Google Shape;712;p41"/>
          <p:cNvSpPr txBox="1"/>
          <p:nvPr>
            <p:ph type="subTitle" idx="1"/>
          </p:nvPr>
        </p:nvSpPr>
        <p:spPr>
          <a:xfrm>
            <a:off x="3159975" y="3992000"/>
            <a:ext cx="34830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Plans for Improvement</a:t>
            </a:r>
            <a:endParaRPr lang="en-GB"/>
          </a:p>
        </p:txBody>
      </p:sp>
      <p:sp>
        <p:nvSpPr>
          <p:cNvPr id="713" name="Google Shape;713;p41"/>
          <p:cNvSpPr txBox="1"/>
          <p:nvPr>
            <p:ph type="title" idx="2"/>
          </p:nvPr>
        </p:nvSpPr>
        <p:spPr>
          <a:xfrm>
            <a:off x="4244000" y="1256362"/>
            <a:ext cx="1299000" cy="10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04.</a:t>
            </a:r>
            <a:endParaRPr lang="en-GB"/>
          </a:p>
        </p:txBody>
      </p:sp>
      <p:pic>
        <p:nvPicPr>
          <p:cNvPr id="714" name="Google Shape;714;p41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7533725" y="496125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1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1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1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41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41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6991700" y="3350325"/>
            <a:ext cx="265550" cy="2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1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21" name="Google Shape;721;p41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22" name="Google Shape;722;p41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23" name="Google Shape;723;p41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42"/>
          <p:cNvGrpSpPr/>
          <p:nvPr/>
        </p:nvGrpSpPr>
        <p:grpSpPr>
          <a:xfrm>
            <a:off x="1363000" y="1234550"/>
            <a:ext cx="1974600" cy="1403100"/>
            <a:chOff x="1722050" y="1269300"/>
            <a:chExt cx="1974600" cy="1403100"/>
          </a:xfrm>
        </p:grpSpPr>
        <p:sp>
          <p:nvSpPr>
            <p:cNvPr id="729" name="Google Shape;729;p42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730;p42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31" name="Google Shape;731;p42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FACED</a:t>
            </a:r>
            <a:endParaRPr lang="en-GB"/>
          </a:p>
        </p:txBody>
      </p:sp>
      <p:sp>
        <p:nvSpPr>
          <p:cNvPr id="732" name="Google Shape;732;p42"/>
          <p:cNvSpPr txBox="1"/>
          <p:nvPr>
            <p:ph type="subTitle" idx="3"/>
          </p:nvPr>
        </p:nvSpPr>
        <p:spPr>
          <a:xfrm>
            <a:off x="1451200" y="1793275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Complexity 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of Hybrid </a:t>
            </a:r>
            <a:endParaRPr lang="en-US" alt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Architecture</a:t>
            </a:r>
            <a:endParaRPr lang="en-US" altLang="en-GB"/>
          </a:p>
        </p:txBody>
      </p:sp>
      <p:pic>
        <p:nvPicPr>
          <p:cNvPr id="733" name="Google Shape;733;p42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2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42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42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42">
            <a:hlinkClick r:id="rId1" action="ppaction://hlinksldjump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42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9" name="Google Shape;739;p42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0" name="Google Shape;740;p42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1" name="Google Shape;741;p42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42" name="Google Shape;742;p42"/>
          <p:cNvGrpSpPr/>
          <p:nvPr/>
        </p:nvGrpSpPr>
        <p:grpSpPr>
          <a:xfrm>
            <a:off x="3906200" y="1258225"/>
            <a:ext cx="1974600" cy="1403100"/>
            <a:chOff x="1722050" y="1269300"/>
            <a:chExt cx="1974600" cy="1403100"/>
          </a:xfrm>
        </p:grpSpPr>
        <p:sp>
          <p:nvSpPr>
            <p:cNvPr id="743" name="Google Shape;743;p42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42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45" name="Google Shape;745;p42"/>
          <p:cNvSpPr txBox="1"/>
          <p:nvPr>
            <p:ph type="subTitle" idx="3"/>
          </p:nvPr>
        </p:nvSpPr>
        <p:spPr>
          <a:xfrm>
            <a:off x="3994400" y="18169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Training</a:t>
            </a:r>
            <a:endParaRPr lang="en-US" altLang="en-GB"/>
          </a:p>
        </p:txBody>
      </p:sp>
      <p:grpSp>
        <p:nvGrpSpPr>
          <p:cNvPr id="746" name="Google Shape;746;p42"/>
          <p:cNvGrpSpPr/>
          <p:nvPr/>
        </p:nvGrpSpPr>
        <p:grpSpPr>
          <a:xfrm>
            <a:off x="6449400" y="1230525"/>
            <a:ext cx="1974600" cy="1403100"/>
            <a:chOff x="1722050" y="1269300"/>
            <a:chExt cx="1974600" cy="1403100"/>
          </a:xfrm>
        </p:grpSpPr>
        <p:sp>
          <p:nvSpPr>
            <p:cNvPr id="747" name="Google Shape;747;p42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42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49" name="Google Shape;749;p42"/>
          <p:cNvSpPr txBox="1"/>
          <p:nvPr>
            <p:ph type="subTitle" idx="3"/>
          </p:nvPr>
        </p:nvSpPr>
        <p:spPr>
          <a:xfrm>
            <a:off x="6537600" y="18654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Limitation</a:t>
            </a:r>
            <a:endParaRPr lang="en-GB"/>
          </a:p>
        </p:txBody>
      </p:sp>
      <p:grpSp>
        <p:nvGrpSpPr>
          <p:cNvPr id="750" name="Google Shape;750;p42"/>
          <p:cNvGrpSpPr/>
          <p:nvPr/>
        </p:nvGrpSpPr>
        <p:grpSpPr>
          <a:xfrm>
            <a:off x="1358650" y="3053325"/>
            <a:ext cx="1974600" cy="1403100"/>
            <a:chOff x="1722050" y="1269300"/>
            <a:chExt cx="1974600" cy="1403100"/>
          </a:xfrm>
        </p:grpSpPr>
        <p:sp>
          <p:nvSpPr>
            <p:cNvPr id="751" name="Google Shape;751;p42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42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53" name="Google Shape;753;p42"/>
          <p:cNvSpPr txBox="1"/>
          <p:nvPr>
            <p:ph type="subTitle" idx="3"/>
          </p:nvPr>
        </p:nvSpPr>
        <p:spPr>
          <a:xfrm>
            <a:off x="1446850" y="36120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Output Calibration</a:t>
            </a:r>
            <a:endParaRPr lang="en-US" altLang="en-GB"/>
          </a:p>
        </p:txBody>
      </p:sp>
      <p:grpSp>
        <p:nvGrpSpPr>
          <p:cNvPr id="754" name="Google Shape;754;p42"/>
          <p:cNvGrpSpPr/>
          <p:nvPr/>
        </p:nvGrpSpPr>
        <p:grpSpPr>
          <a:xfrm>
            <a:off x="3904025" y="3050425"/>
            <a:ext cx="1974600" cy="1403100"/>
            <a:chOff x="1722050" y="1269300"/>
            <a:chExt cx="1974600" cy="1403100"/>
          </a:xfrm>
        </p:grpSpPr>
        <p:sp>
          <p:nvSpPr>
            <p:cNvPr id="755" name="Google Shape;755;p42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42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57" name="Google Shape;757;p42"/>
          <p:cNvSpPr txBox="1"/>
          <p:nvPr>
            <p:ph type="subTitle" idx="3"/>
          </p:nvPr>
        </p:nvSpPr>
        <p:spPr>
          <a:xfrm>
            <a:off x="3992225" y="3609150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Batch processing</a:t>
            </a:r>
            <a:endParaRPr lang="en-US" altLang="en-GB"/>
          </a:p>
        </p:txBody>
      </p:sp>
      <p:grpSp>
        <p:nvGrpSpPr>
          <p:cNvPr id="758" name="Google Shape;758;p42"/>
          <p:cNvGrpSpPr/>
          <p:nvPr/>
        </p:nvGrpSpPr>
        <p:grpSpPr>
          <a:xfrm>
            <a:off x="6440700" y="3124050"/>
            <a:ext cx="1974600" cy="1403100"/>
            <a:chOff x="1722050" y="1269300"/>
            <a:chExt cx="1974600" cy="1403100"/>
          </a:xfrm>
        </p:grpSpPr>
        <p:sp>
          <p:nvSpPr>
            <p:cNvPr id="759" name="Google Shape;759;p42"/>
            <p:cNvSpPr/>
            <p:nvPr/>
          </p:nvSpPr>
          <p:spPr>
            <a:xfrm>
              <a:off x="1884125" y="1269300"/>
              <a:ext cx="743100" cy="4329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42"/>
            <p:cNvSpPr/>
            <p:nvPr/>
          </p:nvSpPr>
          <p:spPr>
            <a:xfrm>
              <a:off x="172205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61" name="Google Shape;761;p42"/>
          <p:cNvSpPr txBox="1"/>
          <p:nvPr>
            <p:ph type="subTitle" idx="3"/>
          </p:nvPr>
        </p:nvSpPr>
        <p:spPr>
          <a:xfrm>
            <a:off x="6528900" y="3682775"/>
            <a:ext cx="1789500" cy="43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Researching</a:t>
            </a:r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</a:t>
            </a:r>
            <a:r>
              <a:rPr lang="en-US" altLang="en-GB"/>
              <a:t>Scope &amp; Limitations</a:t>
            </a:r>
            <a:endParaRPr lang="en-US" altLang="en-GB"/>
          </a:p>
        </p:txBody>
      </p:sp>
      <p:grpSp>
        <p:nvGrpSpPr>
          <p:cNvPr id="786" name="Google Shape;786;p44"/>
          <p:cNvGrpSpPr/>
          <p:nvPr/>
        </p:nvGrpSpPr>
        <p:grpSpPr>
          <a:xfrm>
            <a:off x="1113790" y="1339850"/>
            <a:ext cx="3183890" cy="2860040"/>
            <a:chOff x="1114050" y="1339950"/>
            <a:chExt cx="2370900" cy="3056400"/>
          </a:xfrm>
        </p:grpSpPr>
        <p:sp>
          <p:nvSpPr>
            <p:cNvPr id="787" name="Google Shape;787;p44"/>
            <p:cNvSpPr/>
            <p:nvPr/>
          </p:nvSpPr>
          <p:spPr>
            <a:xfrm>
              <a:off x="1114050" y="1796850"/>
              <a:ext cx="2370900" cy="25995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44"/>
            <p:cNvSpPr/>
            <p:nvPr/>
          </p:nvSpPr>
          <p:spPr>
            <a:xfrm>
              <a:off x="1114050" y="1339950"/>
              <a:ext cx="23709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89" name="Google Shape;789;p44"/>
          <p:cNvSpPr txBox="1"/>
          <p:nvPr/>
        </p:nvSpPr>
        <p:spPr>
          <a:xfrm>
            <a:off x="1370330" y="1433195"/>
            <a:ext cx="2445385" cy="26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Scope </a:t>
            </a:r>
            <a:endParaRPr lang="en-US" sz="20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790" name="Google Shape;790;p44"/>
          <p:cNvSpPr txBox="1"/>
          <p:nvPr/>
        </p:nvSpPr>
        <p:spPr>
          <a:xfrm>
            <a:off x="1489710" y="2226310"/>
            <a:ext cx="2226310" cy="1269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1. Unsupervised learning</a:t>
            </a: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    2. Real-time video </a:t>
            </a: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pic>
        <p:nvPicPr>
          <p:cNvPr id="791" name="Google Shape;791;p44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465" b="475"/>
          <a:stretch>
            <a:fillRect/>
          </a:stretch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44">
            <a:hlinkClick r:id="rId3" action="ppaction://hlinksldjump"/>
          </p:cNvPr>
          <p:cNvPicPr preferRelativeResize="0"/>
          <p:nvPr/>
        </p:nvPicPr>
        <p:blipFill rotWithShape="1">
          <a:blip r:embed="rId4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44">
            <a:hlinkClick r:id="" action="ppaction://hlinkshowjump?jump=previous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44">
            <a:hlinkClick r:id="" action="ppaction://hlinkshowjump?jump=nextslid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44">
            <a:hlinkClick r:id=""/>
          </p:cNvPr>
          <p:cNvPicPr preferRelativeResize="0"/>
          <p:nvPr/>
        </p:nvPicPr>
        <p:blipFill rotWithShape="1">
          <a:blip r:embed="rId6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4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97" name="Google Shape;797;p44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98" name="Google Shape;798;p44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99" name="Google Shape;799;p44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05" name="Google Shape;805;p44"/>
          <p:cNvGrpSpPr/>
          <p:nvPr/>
        </p:nvGrpSpPr>
        <p:grpSpPr>
          <a:xfrm>
            <a:off x="5391150" y="1282065"/>
            <a:ext cx="3321050" cy="2922905"/>
            <a:chOff x="1114050" y="1339950"/>
            <a:chExt cx="2370900" cy="3056400"/>
          </a:xfrm>
        </p:grpSpPr>
        <p:sp>
          <p:nvSpPr>
            <p:cNvPr id="806" name="Google Shape;806;p44"/>
            <p:cNvSpPr/>
            <p:nvPr/>
          </p:nvSpPr>
          <p:spPr>
            <a:xfrm>
              <a:off x="1114050" y="1796850"/>
              <a:ext cx="2370900" cy="25995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44"/>
            <p:cNvSpPr/>
            <p:nvPr/>
          </p:nvSpPr>
          <p:spPr>
            <a:xfrm>
              <a:off x="1114050" y="1339950"/>
              <a:ext cx="2370900" cy="4569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8" name="Google Shape;808;p44"/>
          <p:cNvSpPr txBox="1"/>
          <p:nvPr/>
        </p:nvSpPr>
        <p:spPr>
          <a:xfrm>
            <a:off x="6341225" y="1282125"/>
            <a:ext cx="23709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Limitations</a:t>
            </a:r>
            <a:endParaRPr lang="en-US" sz="20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09" name="Google Shape;809;p44"/>
          <p:cNvSpPr txBox="1"/>
          <p:nvPr/>
        </p:nvSpPr>
        <p:spPr>
          <a:xfrm>
            <a:off x="5718175" y="2225040"/>
            <a:ext cx="2907665" cy="174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1.Hardware dependency</a:t>
            </a: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2.Resolution Constraints</a:t>
            </a: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3.Dataset bias</a:t>
            </a: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4.Static image only</a:t>
            </a: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>
              <a:solidFill>
                <a:schemeClr val="dk2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References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403985" y="1355725"/>
            <a:ext cx="6523990" cy="3133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[1] Zhang, Hongxin, Teng Ran, Wendong Xiac, Kai Lv, Song Peng, Liang Yuan, and Jingchuan Wang. "Multi-Scale Progressive Fusion Network for Low-Light Image Enhancement." IEEE Transactions on Instrumentation and Measurement (2025).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[2]Zhang, Kaibing, Cheng Yuan, Jie Li, Xinbo Gao, and Minqi Li. "Multi-branch and progressive network for low-light image enhancement." IEEE Transactions on Image Processing 32 (2023): 2295-2308.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[3]CHATGPT(for image of formula)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3"/>
          <p:cNvSpPr txBox="1"/>
          <p:nvPr>
            <p:ph type="ctrTitle"/>
          </p:nvPr>
        </p:nvSpPr>
        <p:spPr>
          <a:xfrm>
            <a:off x="1970600" y="1075100"/>
            <a:ext cx="5845800" cy="87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 lang="en-GB"/>
          </a:p>
        </p:txBody>
      </p:sp>
      <p:sp>
        <p:nvSpPr>
          <p:cNvPr id="767" name="Google Shape;767;p43"/>
          <p:cNvSpPr txBox="1"/>
          <p:nvPr>
            <p:ph type="subTitle" idx="1"/>
          </p:nvPr>
        </p:nvSpPr>
        <p:spPr>
          <a:xfrm>
            <a:off x="3306050" y="1946300"/>
            <a:ext cx="3174900" cy="31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have any questions?</a:t>
            </a:r>
            <a:endParaRPr lang="en-GB"/>
          </a:p>
        </p:txBody>
      </p:sp>
      <p:pic>
        <p:nvPicPr>
          <p:cNvPr id="768" name="Google Shape;768;p43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 t="941" b="941"/>
          <a:stretch>
            <a:fillRect/>
          </a:stretch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3">
            <a:hlinkClick r:id="" action="ppaction://hlinkshowjump?jump=previousslide"/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43">
            <a:hlinkClick r:id="" action="ppaction://hlinkshowjump?jump=nextslide"/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3">
            <a:hlinkClick r:id=""/>
          </p:cNvPr>
          <p:cNvPicPr preferRelativeResize="0"/>
          <p:nvPr/>
        </p:nvPicPr>
        <p:blipFill rotWithShape="1">
          <a:blip r:embed="rId4"/>
          <a:srcRect l="396" r="396"/>
          <a:stretch>
            <a:fillRect/>
          </a:stretch>
        </p:blipFill>
        <p:spPr>
          <a:xfrm>
            <a:off x="228050" y="4350525"/>
            <a:ext cx="302603" cy="3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3">
            <a:hlinkClick r:id="rId5" action="ppaction://hlinksldjump"/>
          </p:cNvPr>
          <p:cNvPicPr preferRelativeResize="0"/>
          <p:nvPr/>
        </p:nvPicPr>
        <p:blipFill rotWithShape="1">
          <a:blip r:embed="rId6"/>
          <a:srcRect t="465" b="475"/>
          <a:stretch>
            <a:fillRect/>
          </a:stretch>
        </p:blipFill>
        <p:spPr>
          <a:xfrm>
            <a:off x="7903525" y="639025"/>
            <a:ext cx="265550" cy="2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3"/>
          <p:cNvSpPr txBox="1"/>
          <p:nvPr/>
        </p:nvSpPr>
        <p:spPr>
          <a:xfrm>
            <a:off x="3317600" y="4239925"/>
            <a:ext cx="31518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sp>
        <p:nvSpPr>
          <p:cNvPr id="774" name="Google Shape;774;p43">
            <a:hlinkClick r:id="rId7" action="ppaction://hlinksldjump"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5" name="Google Shape;775;p43">
            <a:hlinkClick r:id="rId8" action="ppaction://hlinksldjump"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6" name="Google Shape;776;p43">
            <a:hlinkClick r:id="rId9" action="ppaction://hlinksldjump"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7" name="Google Shape;777;p43">
            <a:hlinkClick r:id="rId10" action="ppaction://hlinksldjump"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8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8" name="Google Shape;778;p43"/>
          <p:cNvSpPr/>
          <p:nvPr/>
        </p:nvSpPr>
        <p:spPr>
          <a:xfrm>
            <a:off x="2745450" y="3627900"/>
            <a:ext cx="4356300" cy="826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9" name="Google Shape;779;p43"/>
          <p:cNvSpPr txBox="1"/>
          <p:nvPr>
            <p:ph type="subTitle" idx="2"/>
          </p:nvPr>
        </p:nvSpPr>
        <p:spPr>
          <a:xfrm>
            <a:off x="2052900" y="2968825"/>
            <a:ext cx="2409300" cy="82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Soumitra Paul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BSSE 1</a:t>
            </a:r>
            <a:r>
              <a:rPr lang="en-US" altLang="en-GB"/>
              <a:t>317</a:t>
            </a:r>
            <a:endParaRPr lang="en-US" altLang="en-GB"/>
          </a:p>
        </p:txBody>
      </p:sp>
      <p:sp>
        <p:nvSpPr>
          <p:cNvPr id="780" name="Google Shape;780;p43"/>
          <p:cNvSpPr txBox="1"/>
          <p:nvPr>
            <p:ph type="subTitle" idx="2"/>
          </p:nvPr>
        </p:nvSpPr>
        <p:spPr>
          <a:xfrm>
            <a:off x="5384800" y="2857500"/>
            <a:ext cx="2409190" cy="120586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Supervised By</a:t>
            </a:r>
            <a:endParaRPr lang="en-GB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Dr.Emon Kumar Dey</a:t>
            </a:r>
            <a:endParaRPr lang="en-US" altLang="en-GB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Associate Professor ,IIT, DU</a:t>
            </a:r>
            <a:endParaRPr lang="en-GB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US" altLang="en-GB"/>
              <a:t> </a:t>
            </a:r>
            <a:endParaRPr lang="en-GB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te Lovely Interface by Slidesgo">
  <a:themeElements>
    <a:clrScheme name="Simple Light">
      <a:dk1>
        <a:srgbClr val="7376EC"/>
      </a:dk1>
      <a:lt1>
        <a:srgbClr val="CBCDF7"/>
      </a:lt1>
      <a:dk2>
        <a:srgbClr val="595959"/>
      </a:dk2>
      <a:lt2>
        <a:srgbClr val="FFFFFF"/>
      </a:lt2>
      <a:accent1>
        <a:srgbClr val="FFCCC2"/>
      </a:accent1>
      <a:accent2>
        <a:srgbClr val="7376EC"/>
      </a:accent2>
      <a:accent3>
        <a:srgbClr val="FFFFFF"/>
      </a:accent3>
      <a:accent4>
        <a:srgbClr val="FFCCC2"/>
      </a:accent4>
      <a:accent5>
        <a:srgbClr val="7376EC"/>
      </a:accent5>
      <a:accent6>
        <a:srgbClr val="FFFFFF"/>
      </a:accent6>
      <a:hlink>
        <a:srgbClr val="7376E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WPS Presentation</Application>
  <PresentationFormat/>
  <Paragraphs>309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SimSun</vt:lpstr>
      <vt:lpstr>Wingdings</vt:lpstr>
      <vt:lpstr>Arial</vt:lpstr>
      <vt:lpstr>Raleway Black</vt:lpstr>
      <vt:lpstr>Tajawal</vt:lpstr>
      <vt:lpstr>Bebas Neue</vt:lpstr>
      <vt:lpstr>Livvic</vt:lpstr>
      <vt:lpstr>KongshoMatraMJ</vt:lpstr>
      <vt:lpstr>Roboto Condensed Light</vt:lpstr>
      <vt:lpstr>Raleway</vt:lpstr>
      <vt:lpstr>Raleway ExtraBold</vt:lpstr>
      <vt:lpstr>Microsoft YaHei</vt:lpstr>
      <vt:lpstr>Arial Unicode MS</vt:lpstr>
      <vt:lpstr>Cute Lovely Interface by Slidesgo</vt:lpstr>
      <vt:lpstr>Chrome Web Extension for Bengali Text Summarization</vt:lpstr>
      <vt:lpstr>TABLE OF CONTENTS</vt:lpstr>
      <vt:lpstr>01.</vt:lpstr>
      <vt:lpstr>PROJECT INTRODUCTION</vt:lpstr>
      <vt:lpstr>MOTIVATION</vt:lpstr>
      <vt:lpstr>FEATURES</vt:lpstr>
      <vt:lpstr>02.</vt:lpstr>
      <vt:lpstr>COMPONENTS</vt:lpstr>
      <vt:lpstr>SUMMARIZATION PROCESS</vt:lpstr>
      <vt:lpstr>SIMILARITY CALCULATION</vt:lpstr>
      <vt:lpstr>BRAIN OF THE PROJECT</vt:lpstr>
      <vt:lpstr>IMPROVED SIMILARITY</vt:lpstr>
      <vt:lpstr>IMPROVED SIMILARITY</vt:lpstr>
      <vt:lpstr>03.</vt:lpstr>
      <vt:lpstr>COMPARISON</vt:lpstr>
      <vt:lpstr>FINE TUNING</vt:lpstr>
      <vt:lpstr>04.</vt:lpstr>
      <vt:lpstr>CHALLENGES FACED</vt:lpstr>
      <vt:lpstr>Future Plans for Improvement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Low-Light Image Enhancement via Multi-Scale Feature Fusion </dc:title>
  <dc:creator/>
  <cp:lastModifiedBy>paul soumitra</cp:lastModifiedBy>
  <cp:revision>1</cp:revision>
  <dcterms:created xsi:type="dcterms:W3CDTF">2026-02-25T19:39:57Z</dcterms:created>
  <dcterms:modified xsi:type="dcterms:W3CDTF">2026-02-25T19:39:57Z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A63A8D68E8CC4F4BBBC6497D8DBD7945_13</vt:lpwstr>
  </property>
  <property fmtid="{D5CDD505-2E9C-101B-9397-08002B2CF9AE}" pid="3" name="KSOProductBuildVer">
    <vt:lpwstr>1033-12.2.0.23196</vt:lpwstr>
  </property>
</Properties>
</file>