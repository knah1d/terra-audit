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72" r:id="rId4"/>
    <p:sldMasterId id="214748370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5143500" cx="9144000"/>
  <p:notesSz cx="6858000" cy="9144000"/>
  <p:embeddedFontLst>
    <p:embeddedFont>
      <p:font typeface="Raleway"/>
      <p:regular r:id="rId39"/>
      <p:bold r:id="rId40"/>
      <p:italic r:id="rId41"/>
      <p:boldItalic r:id="rId42"/>
    </p:embeddedFont>
    <p:embeddedFont>
      <p:font typeface="Raleway Medium"/>
      <p:regular r:id="rId43"/>
      <p:bold r:id="rId44"/>
      <p:italic r:id="rId45"/>
      <p:boldItalic r:id="rId46"/>
    </p:embeddedFont>
    <p:embeddedFont>
      <p:font typeface="Ramabhadra"/>
      <p:regular r:id="rId47"/>
    </p:embeddedFont>
    <p:embeddedFont>
      <p:font typeface="Epilogue"/>
      <p:regular r:id="rId48"/>
      <p:bold r:id="rId49"/>
      <p:italic r:id="rId50"/>
      <p:boldItalic r:id="rId51"/>
    </p:embeddedFont>
    <p:embeddedFont>
      <p:font typeface="Roboto Mono"/>
      <p:regular r:id="rId52"/>
      <p:bold r:id="rId53"/>
      <p:italic r:id="rId54"/>
      <p:boldItalic r:id="rId55"/>
    </p:embeddedFont>
    <p:embeddedFont>
      <p:font typeface="Roboto"/>
      <p:regular r:id="rId56"/>
      <p:bold r:id="rId57"/>
      <p:italic r:id="rId58"/>
      <p:boldItalic r:id="rId59"/>
    </p:embeddedFont>
    <p:embeddedFont>
      <p:font typeface="Lato"/>
      <p:regular r:id="rId60"/>
      <p:bold r:id="rId61"/>
      <p:italic r:id="rId62"/>
      <p:boldItalic r:id="rId63"/>
    </p:embeddedFont>
    <p:embeddedFont>
      <p:font typeface="Montserrat"/>
      <p:regular r:id="rId64"/>
      <p:bold r:id="rId65"/>
      <p:italic r:id="rId66"/>
      <p:boldItalic r:id="rId67"/>
    </p:embeddedFont>
    <p:embeddedFont>
      <p:font typeface="Bebas Neue"/>
      <p:regular r:id="rId68"/>
    </p:embeddedFont>
    <p:embeddedFont>
      <p:font typeface="Montserrat ExtraBold"/>
      <p:bold r:id="rId69"/>
      <p:boldItalic r:id="rId70"/>
    </p:embeddedFont>
    <p:embeddedFont>
      <p:font typeface="PT Sans"/>
      <p:regular r:id="rId71"/>
      <p:bold r:id="rId72"/>
      <p:italic r:id="rId73"/>
      <p:boldItalic r:id="rId74"/>
    </p:embeddedFont>
    <p:embeddedFont>
      <p:font typeface="Open Sans"/>
      <p:regular r:id="rId75"/>
      <p:bold r:id="rId76"/>
      <p:italic r:id="rId77"/>
      <p:boldItalic r:id="rId7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9" roundtripDataSignature="AMtx7mgIQsAwzu2ySfaAN3sP3WvyjrfU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bold.fntdata"/><Relationship Id="rId42" Type="http://schemas.openxmlformats.org/officeDocument/2006/relationships/font" Target="fonts/Raleway-boldItalic.fntdata"/><Relationship Id="rId41" Type="http://schemas.openxmlformats.org/officeDocument/2006/relationships/font" Target="fonts/Raleway-italic.fntdata"/><Relationship Id="rId44" Type="http://schemas.openxmlformats.org/officeDocument/2006/relationships/font" Target="fonts/RalewayMedium-bold.fntdata"/><Relationship Id="rId43" Type="http://schemas.openxmlformats.org/officeDocument/2006/relationships/font" Target="fonts/RalewayMedium-regular.fntdata"/><Relationship Id="rId46" Type="http://schemas.openxmlformats.org/officeDocument/2006/relationships/font" Target="fonts/RalewayMedium-boldItalic.fntdata"/><Relationship Id="rId45" Type="http://schemas.openxmlformats.org/officeDocument/2006/relationships/font" Target="fonts/RalewayMedium-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48" Type="http://schemas.openxmlformats.org/officeDocument/2006/relationships/font" Target="fonts/Epilogue-regular.fntdata"/><Relationship Id="rId47" Type="http://schemas.openxmlformats.org/officeDocument/2006/relationships/font" Target="fonts/Ramabhadra-regular.fntdata"/><Relationship Id="rId49" Type="http://schemas.openxmlformats.org/officeDocument/2006/relationships/font" Target="fonts/Epilogue-bold.fntdata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PTSans-italic.fntdata"/><Relationship Id="rId72" Type="http://schemas.openxmlformats.org/officeDocument/2006/relationships/font" Target="fonts/PTSans-bold.fntdata"/><Relationship Id="rId31" Type="http://schemas.openxmlformats.org/officeDocument/2006/relationships/slide" Target="slides/slide25.xml"/><Relationship Id="rId75" Type="http://schemas.openxmlformats.org/officeDocument/2006/relationships/font" Target="fonts/OpenSans-regular.fntdata"/><Relationship Id="rId30" Type="http://schemas.openxmlformats.org/officeDocument/2006/relationships/slide" Target="slides/slide24.xml"/><Relationship Id="rId74" Type="http://schemas.openxmlformats.org/officeDocument/2006/relationships/font" Target="fonts/PTSans-boldItalic.fntdata"/><Relationship Id="rId33" Type="http://schemas.openxmlformats.org/officeDocument/2006/relationships/slide" Target="slides/slide27.xml"/><Relationship Id="rId77" Type="http://schemas.openxmlformats.org/officeDocument/2006/relationships/font" Target="fonts/OpenSans-italic.fntdata"/><Relationship Id="rId32" Type="http://schemas.openxmlformats.org/officeDocument/2006/relationships/slide" Target="slides/slide26.xml"/><Relationship Id="rId76" Type="http://schemas.openxmlformats.org/officeDocument/2006/relationships/font" Target="fonts/OpenSans-bold.fntdata"/><Relationship Id="rId35" Type="http://schemas.openxmlformats.org/officeDocument/2006/relationships/slide" Target="slides/slide29.xml"/><Relationship Id="rId79" Type="http://customschemas.google.com/relationships/presentationmetadata" Target="metadata"/><Relationship Id="rId34" Type="http://schemas.openxmlformats.org/officeDocument/2006/relationships/slide" Target="slides/slide28.xml"/><Relationship Id="rId78" Type="http://schemas.openxmlformats.org/officeDocument/2006/relationships/font" Target="fonts/OpenSans-boldItalic.fntdata"/><Relationship Id="rId71" Type="http://schemas.openxmlformats.org/officeDocument/2006/relationships/font" Target="fonts/PTSans-regular.fntdata"/><Relationship Id="rId70" Type="http://schemas.openxmlformats.org/officeDocument/2006/relationships/font" Target="fonts/MontserratExtraBold-bold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font" Target="fonts/Raleway-regular.fntdata"/><Relationship Id="rId38" Type="http://schemas.openxmlformats.org/officeDocument/2006/relationships/slide" Target="slides/slide32.xml"/><Relationship Id="rId62" Type="http://schemas.openxmlformats.org/officeDocument/2006/relationships/font" Target="fonts/Lato-italic.fntdata"/><Relationship Id="rId61" Type="http://schemas.openxmlformats.org/officeDocument/2006/relationships/font" Target="fonts/Lato-bold.fntdata"/><Relationship Id="rId20" Type="http://schemas.openxmlformats.org/officeDocument/2006/relationships/slide" Target="slides/slide14.xml"/><Relationship Id="rId64" Type="http://schemas.openxmlformats.org/officeDocument/2006/relationships/font" Target="fonts/Montserrat-regular.fntdata"/><Relationship Id="rId63" Type="http://schemas.openxmlformats.org/officeDocument/2006/relationships/font" Target="fonts/Lato-boldItalic.fntdata"/><Relationship Id="rId22" Type="http://schemas.openxmlformats.org/officeDocument/2006/relationships/slide" Target="slides/slide16.xml"/><Relationship Id="rId66" Type="http://schemas.openxmlformats.org/officeDocument/2006/relationships/font" Target="fonts/Montserrat-italic.fntdata"/><Relationship Id="rId21" Type="http://schemas.openxmlformats.org/officeDocument/2006/relationships/slide" Target="slides/slide15.xml"/><Relationship Id="rId65" Type="http://schemas.openxmlformats.org/officeDocument/2006/relationships/font" Target="fonts/Montserrat-bold.fntdata"/><Relationship Id="rId24" Type="http://schemas.openxmlformats.org/officeDocument/2006/relationships/slide" Target="slides/slide18.xml"/><Relationship Id="rId68" Type="http://schemas.openxmlformats.org/officeDocument/2006/relationships/font" Target="fonts/BebasNeue-regular.fntdata"/><Relationship Id="rId23" Type="http://schemas.openxmlformats.org/officeDocument/2006/relationships/slide" Target="slides/slide17.xml"/><Relationship Id="rId67" Type="http://schemas.openxmlformats.org/officeDocument/2006/relationships/font" Target="fonts/Montserrat-boldItalic.fntdata"/><Relationship Id="rId60" Type="http://schemas.openxmlformats.org/officeDocument/2006/relationships/font" Target="fonts/Lato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MontserratExtraBold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Epilogue-boldItalic.fntdata"/><Relationship Id="rId50" Type="http://schemas.openxmlformats.org/officeDocument/2006/relationships/font" Target="fonts/Epilogue-italic.fntdata"/><Relationship Id="rId53" Type="http://schemas.openxmlformats.org/officeDocument/2006/relationships/font" Target="fonts/RobotoMono-bold.fntdata"/><Relationship Id="rId52" Type="http://schemas.openxmlformats.org/officeDocument/2006/relationships/font" Target="fonts/RobotoMono-regular.fntdata"/><Relationship Id="rId11" Type="http://schemas.openxmlformats.org/officeDocument/2006/relationships/slide" Target="slides/slide5.xml"/><Relationship Id="rId55" Type="http://schemas.openxmlformats.org/officeDocument/2006/relationships/font" Target="fonts/RobotoMono-boldItalic.fntdata"/><Relationship Id="rId10" Type="http://schemas.openxmlformats.org/officeDocument/2006/relationships/slide" Target="slides/slide4.xml"/><Relationship Id="rId54" Type="http://schemas.openxmlformats.org/officeDocument/2006/relationships/font" Target="fonts/RobotoMono-italic.fntdata"/><Relationship Id="rId13" Type="http://schemas.openxmlformats.org/officeDocument/2006/relationships/slide" Target="slides/slide7.xml"/><Relationship Id="rId57" Type="http://schemas.openxmlformats.org/officeDocument/2006/relationships/font" Target="fonts/Roboto-bold.fntdata"/><Relationship Id="rId12" Type="http://schemas.openxmlformats.org/officeDocument/2006/relationships/slide" Target="slides/slide6.xml"/><Relationship Id="rId56" Type="http://schemas.openxmlformats.org/officeDocument/2006/relationships/font" Target="fonts/Roboto-regular.fntdata"/><Relationship Id="rId15" Type="http://schemas.openxmlformats.org/officeDocument/2006/relationships/slide" Target="slides/slide9.xml"/><Relationship Id="rId59" Type="http://schemas.openxmlformats.org/officeDocument/2006/relationships/font" Target="fonts/Roboto-boldItalic.fntdata"/><Relationship Id="rId14" Type="http://schemas.openxmlformats.org/officeDocument/2006/relationships/slide" Target="slides/slide8.xml"/><Relationship Id="rId58" Type="http://schemas.openxmlformats.org/officeDocument/2006/relationships/font" Target="fonts/Roboto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2" name="Google Shape;141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3" name="Google Shape;142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9" name="Google Shape;14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8" name="Google Shape;14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4" name="Google Shape;14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8" name="Google Shape;14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4" name="Google Shape;15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g3b673f23eb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6" name="Google Shape;1516;g3b673f23eb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3b673f23eb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8" name="Google Shape;1528;g3b673f23eb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g3b673f23eb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0" name="Google Shape;1540;g3b673f23eb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g3b673f23eb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4" name="Google Shape;1554;g3b673f23eb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g3b673f23eb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7" name="Google Shape;1567;g3b673f23e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1" name="Google Shape;15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6" name="Google Shape;15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9" name="Google Shape;16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2" name="Google Shape;16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4" name="Google Shape;163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9" name="Google Shape;164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g3b673f23eb1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2" name="Google Shape;1662;g3b673f23eb1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3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g3b673f23eb1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5" name="Google Shape;1675;g3b673f23eb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g3b673f23eb1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7" name="Google Shape;1687;g3b673f23eb1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3b673f23eb1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9" name="Google Shape;1699;g3b673f23eb1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g3b673f23eb1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1" name="Google Shape;1711;g3b673f23eb1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g3b673f23eb1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3" name="Google Shape;1723;g3b673f23eb1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g3b673f23eb1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5" name="Google Shape;1735;g3b673f23eb1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g3b673f23eb1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7" name="Google Shape;1747;g3b673f23eb1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g3b673f23eb1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9" name="Google Shape;1759;g3b673f23eb1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1" name="Google Shape;177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g3b673f23eb1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5" name="Google Shape;1785;g3b673f23eb1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9" name="Google Shape;17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9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1" name="Google Shape;181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Google Shape;1822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3" name="Google Shape;182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19"/>
          <p:cNvSpPr txBox="1"/>
          <p:nvPr>
            <p:ph idx="1" type="subTitle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" name="Google Shape;12;p19"/>
          <p:cNvSpPr/>
          <p:nvPr/>
        </p:nvSpPr>
        <p:spPr>
          <a:xfrm rot="10800000">
            <a:off x="-1604593" y="-845132"/>
            <a:ext cx="3281418" cy="2132806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9"/>
          <p:cNvSpPr/>
          <p:nvPr/>
        </p:nvSpPr>
        <p:spPr>
          <a:xfrm flipH="1" rot="-9899992">
            <a:off x="-1515196" y="4121356"/>
            <a:ext cx="3953580" cy="192177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title"/>
          </p:nvPr>
        </p:nvSpPr>
        <p:spPr>
          <a:xfrm>
            <a:off x="4047175" y="2571975"/>
            <a:ext cx="4383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24"/>
          <p:cNvSpPr txBox="1"/>
          <p:nvPr>
            <p:ph idx="2" type="title"/>
          </p:nvPr>
        </p:nvSpPr>
        <p:spPr>
          <a:xfrm>
            <a:off x="4047175" y="1321975"/>
            <a:ext cx="12357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8" name="Google Shape;18;p24"/>
          <p:cNvSpPr/>
          <p:nvPr>
            <p:ph idx="3" type="pic"/>
          </p:nvPr>
        </p:nvSpPr>
        <p:spPr>
          <a:xfrm>
            <a:off x="48462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9" name="Google Shape;19;p24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4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4"/>
          <p:cNvSpPr/>
          <p:nvPr/>
        </p:nvSpPr>
        <p:spPr>
          <a:xfrm flipH="1" rot="-4592116">
            <a:off x="6189" y="113200"/>
            <a:ext cx="642877" cy="51982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6" name="Google Shape;26;p25"/>
          <p:cNvSpPr/>
          <p:nvPr/>
        </p:nvSpPr>
        <p:spPr>
          <a:xfrm flipH="1" rot="-4014673">
            <a:off x="-1798429" y="-1029372"/>
            <a:ext cx="3158476" cy="250963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5"/>
          <p:cNvSpPr/>
          <p:nvPr/>
        </p:nvSpPr>
        <p:spPr>
          <a:xfrm flipH="1">
            <a:off x="8355841" y="2667287"/>
            <a:ext cx="734045" cy="45268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" name="Google Shape;28;p25"/>
          <p:cNvGrpSpPr/>
          <p:nvPr/>
        </p:nvGrpSpPr>
        <p:grpSpPr>
          <a:xfrm flipH="1">
            <a:off x="8380540" y="1729933"/>
            <a:ext cx="668783" cy="959747"/>
            <a:chOff x="10519314" y="4728596"/>
            <a:chExt cx="751780" cy="1078731"/>
          </a:xfrm>
        </p:grpSpPr>
        <p:grpSp>
          <p:nvGrpSpPr>
            <p:cNvPr id="29" name="Google Shape;29;p25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30" name="Google Shape;30;p25"/>
              <p:cNvGrpSpPr/>
              <p:nvPr/>
            </p:nvGrpSpPr>
            <p:grpSpPr>
              <a:xfrm>
                <a:off x="10903219" y="4888205"/>
                <a:ext cx="242756" cy="919122"/>
                <a:chOff x="10903219" y="4888205"/>
                <a:chExt cx="242756" cy="919122"/>
              </a:xfrm>
            </p:grpSpPr>
            <p:sp>
              <p:nvSpPr>
                <p:cNvPr id="31" name="Google Shape;31;p25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" name="Google Shape;32;p25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" name="Google Shape;33;p25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4" name="Google Shape;34;p25"/>
                <p:cNvGrpSpPr/>
                <p:nvPr/>
              </p:nvGrpSpPr>
              <p:grpSpPr>
                <a:xfrm>
                  <a:off x="11014220" y="5588618"/>
                  <a:ext cx="100021" cy="114784"/>
                  <a:chOff x="11014220" y="5588618"/>
                  <a:chExt cx="100021" cy="114784"/>
                </a:xfrm>
              </p:grpSpPr>
              <p:sp>
                <p:nvSpPr>
                  <p:cNvPr id="35" name="Google Shape;35;p25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" name="Google Shape;36;p25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" name="Google Shape;37;p25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" name="Google Shape;38;p25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9" name="Google Shape;39;p25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40" name="Google Shape;40;p25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" name="Google Shape;41;p25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2" name="Google Shape;42;p25"/>
                <p:cNvGrpSpPr/>
                <p:nvPr/>
              </p:nvGrpSpPr>
              <p:grpSpPr>
                <a:xfrm>
                  <a:off x="10765016" y="5040134"/>
                  <a:ext cx="116314" cy="49775"/>
                  <a:chOff x="10765016" y="5040134"/>
                  <a:chExt cx="116314" cy="49775"/>
                </a:xfrm>
              </p:grpSpPr>
              <p:sp>
                <p:nvSpPr>
                  <p:cNvPr id="43" name="Google Shape;43;p25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" name="Google Shape;44;p25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5" name="Google Shape;45;p25"/>
                <p:cNvGrpSpPr/>
                <p:nvPr/>
              </p:nvGrpSpPr>
              <p:grpSpPr>
                <a:xfrm>
                  <a:off x="10784826" y="5436314"/>
                  <a:ext cx="116414" cy="49961"/>
                  <a:chOff x="10784826" y="5436314"/>
                  <a:chExt cx="116414" cy="49961"/>
                </a:xfrm>
              </p:grpSpPr>
              <p:sp>
                <p:nvSpPr>
                  <p:cNvPr id="46" name="Google Shape;46;p25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" name="Google Shape;47;p25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8" name="Google Shape;48;p25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49" name="Google Shape;49;p25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" name="Google Shape;50;p25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1" name="Google Shape;51;p25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52" name="Google Shape;52;p25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" name="Google Shape;53;p25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4" name="Google Shape;54;p25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55" name="Google Shape;55;p25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" name="Google Shape;56;p25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57" name="Google Shape;57;p25"/>
            <p:cNvGrpSpPr/>
            <p:nvPr/>
          </p:nvGrpSpPr>
          <p:grpSpPr>
            <a:xfrm>
              <a:off x="11058042" y="5088325"/>
              <a:ext cx="213053" cy="717953"/>
              <a:chOff x="11058042" y="5088325"/>
              <a:chExt cx="213053" cy="717953"/>
            </a:xfrm>
          </p:grpSpPr>
          <p:sp>
            <p:nvSpPr>
              <p:cNvPr id="58" name="Google Shape;58;p25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25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0" name="Google Shape;60;p25"/>
          <p:cNvGrpSpPr/>
          <p:nvPr/>
        </p:nvGrpSpPr>
        <p:grpSpPr>
          <a:xfrm flipH="1">
            <a:off x="8485925" y="662239"/>
            <a:ext cx="516117" cy="779220"/>
            <a:chOff x="10572463" y="3528536"/>
            <a:chExt cx="580168" cy="875823"/>
          </a:xfrm>
        </p:grpSpPr>
        <p:grpSp>
          <p:nvGrpSpPr>
            <p:cNvPr id="61" name="Google Shape;61;p25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62" name="Google Shape;62;p25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3" name="Google Shape;63;p25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64" name="Google Shape;64;p25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" name="Google Shape;65;p25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" name="Google Shape;66;p25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" name="Google Shape;67;p25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" name="Google Shape;68;p25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" name="Google Shape;69;p25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0" name="Google Shape;70;p25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71" name="Google Shape;71;p25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" name="Google Shape;72;p25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" name="Google Shape;73;p25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" name="Google Shape;74;p25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5" name="Google Shape;75;p25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" name="Google Shape;76;p25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77" name="Google Shape;77;p25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8" name="Google Shape;78;p25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79" name="Google Shape;79;p25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" name="Google Shape;80;p25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" name="Google Shape;81;p25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" name="Google Shape;82;p25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" name="Google Shape;83;p25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" name="Google Shape;84;p25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" name="Google Shape;85;p25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86" name="Google Shape;86;p25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" name="Google Shape;87;p25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" name="Google Shape;88;p25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" name="Google Shape;89;p25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" name="Google Shape;90;p25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1" name="Google Shape;91;p25"/>
          <p:cNvGrpSpPr/>
          <p:nvPr/>
        </p:nvGrpSpPr>
        <p:grpSpPr>
          <a:xfrm flipH="1">
            <a:off x="8768853" y="1439765"/>
            <a:ext cx="22030" cy="294484"/>
            <a:chOff x="10809827" y="4402455"/>
            <a:chExt cx="24764" cy="330993"/>
          </a:xfrm>
        </p:grpSpPr>
        <p:sp>
          <p:nvSpPr>
            <p:cNvPr id="92" name="Google Shape;92;p25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25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5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" name="Google Shape;95;p25"/>
          <p:cNvSpPr/>
          <p:nvPr/>
        </p:nvSpPr>
        <p:spPr>
          <a:xfrm flipH="1" rot="8662747">
            <a:off x="7370974" y="4168319"/>
            <a:ext cx="2746019" cy="192168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25"/>
          <p:cNvGrpSpPr/>
          <p:nvPr/>
        </p:nvGrpSpPr>
        <p:grpSpPr>
          <a:xfrm flipH="1">
            <a:off x="122956" y="4228558"/>
            <a:ext cx="829992" cy="750888"/>
            <a:chOff x="8114596" y="445039"/>
            <a:chExt cx="633002" cy="572716"/>
          </a:xfrm>
        </p:grpSpPr>
        <p:grpSp>
          <p:nvGrpSpPr>
            <p:cNvPr id="97" name="Google Shape;97;p25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98" name="Google Shape;98;p25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9" name="Google Shape;99;p25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100" name="Google Shape;100;p25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" name="Google Shape;101;p25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" name="Google Shape;102;p25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3" name="Google Shape;103;p25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104" name="Google Shape;104;p25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5" name="Google Shape;105;p25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106" name="Google Shape;106;p25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107" name="Google Shape;107;p25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" name="Google Shape;108;p25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9" name="Google Shape;109;p25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110" name="Google Shape;110;p25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" name="Google Shape;111;p25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" name="Google Shape;112;p25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113" name="Google Shape;113;p25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4" name="Google Shape;114;p25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115" name="Google Shape;115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8" name="Google Shape;118;p26"/>
          <p:cNvSpPr txBox="1"/>
          <p:nvPr>
            <p:ph idx="1" type="subTitle"/>
          </p:nvPr>
        </p:nvSpPr>
        <p:spPr>
          <a:xfrm>
            <a:off x="4679150" y="2453574"/>
            <a:ext cx="3384300" cy="11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9" name="Google Shape;119;p26"/>
          <p:cNvSpPr txBox="1"/>
          <p:nvPr>
            <p:ph idx="2" type="subTitle"/>
          </p:nvPr>
        </p:nvSpPr>
        <p:spPr>
          <a:xfrm>
            <a:off x="1080525" y="2453574"/>
            <a:ext cx="3384300" cy="11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0" name="Google Shape;120;p26"/>
          <p:cNvSpPr txBox="1"/>
          <p:nvPr>
            <p:ph idx="3" type="subTitle"/>
          </p:nvPr>
        </p:nvSpPr>
        <p:spPr>
          <a:xfrm>
            <a:off x="1080536" y="1817200"/>
            <a:ext cx="3384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1" name="Google Shape;121;p26"/>
          <p:cNvSpPr txBox="1"/>
          <p:nvPr>
            <p:ph idx="4" type="subTitle"/>
          </p:nvPr>
        </p:nvSpPr>
        <p:spPr>
          <a:xfrm>
            <a:off x="4679164" y="1817200"/>
            <a:ext cx="3384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2" name="Google Shape;122;p26"/>
          <p:cNvSpPr/>
          <p:nvPr/>
        </p:nvSpPr>
        <p:spPr>
          <a:xfrm rot="5551952">
            <a:off x="-721531" y="4084618"/>
            <a:ext cx="2053998" cy="1765206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6"/>
          <p:cNvSpPr/>
          <p:nvPr/>
        </p:nvSpPr>
        <p:spPr>
          <a:xfrm rot="-460685">
            <a:off x="-850641" y="-888875"/>
            <a:ext cx="2082611" cy="168399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6"/>
          <p:cNvSpPr/>
          <p:nvPr/>
        </p:nvSpPr>
        <p:spPr>
          <a:xfrm rot="3259731">
            <a:off x="7063135" y="-804478"/>
            <a:ext cx="3168421" cy="256197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8" name="Google Shape;128;p27"/>
          <p:cNvSpPr/>
          <p:nvPr/>
        </p:nvSpPr>
        <p:spPr>
          <a:xfrm rot="-9076707">
            <a:off x="85462" y="-755109"/>
            <a:ext cx="1683799" cy="1313891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9" name="Google Shape;129;p27"/>
          <p:cNvGrpSpPr/>
          <p:nvPr/>
        </p:nvGrpSpPr>
        <p:grpSpPr>
          <a:xfrm>
            <a:off x="6779278" y="192982"/>
            <a:ext cx="2107998" cy="297419"/>
            <a:chOff x="6108096" y="3265836"/>
            <a:chExt cx="1633727" cy="230504"/>
          </a:xfrm>
        </p:grpSpPr>
        <p:sp>
          <p:nvSpPr>
            <p:cNvPr id="130" name="Google Shape;130;p27"/>
            <p:cNvSpPr/>
            <p:nvPr/>
          </p:nvSpPr>
          <p:spPr>
            <a:xfrm>
              <a:off x="6108096" y="3265836"/>
              <a:ext cx="1633727" cy="230504"/>
            </a:xfrm>
            <a:custGeom>
              <a:rect b="b" l="l" r="r" t="t"/>
              <a:pathLst>
                <a:path extrusionOk="0" h="230504" w="1633727">
                  <a:moveTo>
                    <a:pt x="1518476" y="0"/>
                  </a:moveTo>
                  <a:cubicBezTo>
                    <a:pt x="1582128" y="0"/>
                    <a:pt x="1633728" y="51600"/>
                    <a:pt x="1633728" y="115253"/>
                  </a:cubicBezTo>
                  <a:lnTo>
                    <a:pt x="1633728" y="115253"/>
                  </a:lnTo>
                  <a:cubicBezTo>
                    <a:pt x="1633728" y="178905"/>
                    <a:pt x="1582128" y="230505"/>
                    <a:pt x="1518476" y="230505"/>
                  </a:cubicBezTo>
                  <a:lnTo>
                    <a:pt x="115252" y="230505"/>
                  </a:lnTo>
                  <a:cubicBezTo>
                    <a:pt x="51601" y="230505"/>
                    <a:pt x="0" y="178905"/>
                    <a:pt x="0" y="115253"/>
                  </a:cubicBezTo>
                  <a:lnTo>
                    <a:pt x="0" y="115253"/>
                  </a:lnTo>
                  <a:cubicBezTo>
                    <a:pt x="0" y="51600"/>
                    <a:pt x="51601" y="0"/>
                    <a:pt x="115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27"/>
            <p:cNvSpPr/>
            <p:nvPr/>
          </p:nvSpPr>
          <p:spPr>
            <a:xfrm>
              <a:off x="7528381" y="3292292"/>
              <a:ext cx="166485" cy="165854"/>
            </a:xfrm>
            <a:custGeom>
              <a:rect b="b" l="l" r="r" t="t"/>
              <a:pathLst>
                <a:path extrusionOk="0" h="165854" w="166485">
                  <a:moveTo>
                    <a:pt x="161532" y="137469"/>
                  </a:moveTo>
                  <a:lnTo>
                    <a:pt x="120003" y="95941"/>
                  </a:lnTo>
                  <a:lnTo>
                    <a:pt x="113336" y="102608"/>
                  </a:lnTo>
                  <a:lnTo>
                    <a:pt x="105811" y="95083"/>
                  </a:lnTo>
                  <a:cubicBezTo>
                    <a:pt x="123622" y="71842"/>
                    <a:pt x="122194" y="38600"/>
                    <a:pt x="100953" y="17359"/>
                  </a:cubicBezTo>
                  <a:cubicBezTo>
                    <a:pt x="77807" y="-5786"/>
                    <a:pt x="40374" y="-5786"/>
                    <a:pt x="17324" y="17359"/>
                  </a:cubicBezTo>
                  <a:cubicBezTo>
                    <a:pt x="-5727" y="40505"/>
                    <a:pt x="-5822" y="77938"/>
                    <a:pt x="17324" y="100989"/>
                  </a:cubicBezTo>
                  <a:cubicBezTo>
                    <a:pt x="38850" y="122515"/>
                    <a:pt x="72568" y="123754"/>
                    <a:pt x="95809" y="105275"/>
                  </a:cubicBezTo>
                  <a:lnTo>
                    <a:pt x="103334" y="112800"/>
                  </a:lnTo>
                  <a:lnTo>
                    <a:pt x="96667" y="119467"/>
                  </a:lnTo>
                  <a:lnTo>
                    <a:pt x="138196" y="160996"/>
                  </a:lnTo>
                  <a:cubicBezTo>
                    <a:pt x="144673" y="167473"/>
                    <a:pt x="155150" y="167473"/>
                    <a:pt x="161627" y="160996"/>
                  </a:cubicBezTo>
                  <a:lnTo>
                    <a:pt x="161627" y="160996"/>
                  </a:lnTo>
                  <a:cubicBezTo>
                    <a:pt x="168104" y="154519"/>
                    <a:pt x="168104" y="144042"/>
                    <a:pt x="161627" y="137565"/>
                  </a:cubicBezTo>
                  <a:close/>
                  <a:moveTo>
                    <a:pt x="59138" y="102513"/>
                  </a:moveTo>
                  <a:cubicBezTo>
                    <a:pt x="54471" y="102513"/>
                    <a:pt x="49899" y="101751"/>
                    <a:pt x="45612" y="100417"/>
                  </a:cubicBezTo>
                  <a:cubicBezTo>
                    <a:pt x="33611" y="96512"/>
                    <a:pt x="23896" y="87463"/>
                    <a:pt x="19133" y="75938"/>
                  </a:cubicBezTo>
                  <a:cubicBezTo>
                    <a:pt x="16942" y="70794"/>
                    <a:pt x="15799" y="65175"/>
                    <a:pt x="15799" y="59269"/>
                  </a:cubicBezTo>
                  <a:cubicBezTo>
                    <a:pt x="15799" y="35361"/>
                    <a:pt x="35231" y="15931"/>
                    <a:pt x="59138" y="15931"/>
                  </a:cubicBezTo>
                  <a:cubicBezTo>
                    <a:pt x="65044" y="15931"/>
                    <a:pt x="70663" y="17074"/>
                    <a:pt x="75807" y="19264"/>
                  </a:cubicBezTo>
                  <a:cubicBezTo>
                    <a:pt x="87332" y="24122"/>
                    <a:pt x="96381" y="33742"/>
                    <a:pt x="100286" y="45744"/>
                  </a:cubicBezTo>
                  <a:cubicBezTo>
                    <a:pt x="101715" y="50030"/>
                    <a:pt x="102382" y="54507"/>
                    <a:pt x="102382" y="59269"/>
                  </a:cubicBezTo>
                  <a:cubicBezTo>
                    <a:pt x="102382" y="83177"/>
                    <a:pt x="83046" y="102513"/>
                    <a:pt x="59138" y="1025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27"/>
            <p:cNvSpPr/>
            <p:nvPr/>
          </p:nvSpPr>
          <p:spPr>
            <a:xfrm>
              <a:off x="7475124" y="3290220"/>
              <a:ext cx="7620" cy="174307"/>
            </a:xfrm>
            <a:custGeom>
              <a:rect b="b" l="l" r="r" t="t"/>
              <a:pathLst>
                <a:path extrusionOk="0" h="174307" w="7620">
                  <a:moveTo>
                    <a:pt x="3810" y="174308"/>
                  </a:moveTo>
                  <a:lnTo>
                    <a:pt x="3810" y="174308"/>
                  </a:lnTo>
                  <a:cubicBezTo>
                    <a:pt x="1714" y="174308"/>
                    <a:pt x="0" y="172593"/>
                    <a:pt x="0" y="170497"/>
                  </a:cubicBezTo>
                  <a:lnTo>
                    <a:pt x="0" y="3810"/>
                  </a:lnTo>
                  <a:cubicBezTo>
                    <a:pt x="0" y="1714"/>
                    <a:pt x="1714" y="0"/>
                    <a:pt x="3810" y="0"/>
                  </a:cubicBezTo>
                  <a:lnTo>
                    <a:pt x="3810" y="0"/>
                  </a:lnTo>
                  <a:cubicBezTo>
                    <a:pt x="5905" y="0"/>
                    <a:pt x="7620" y="1714"/>
                    <a:pt x="7620" y="3810"/>
                  </a:cubicBezTo>
                  <a:lnTo>
                    <a:pt x="7620" y="170497"/>
                  </a:lnTo>
                  <a:cubicBezTo>
                    <a:pt x="7620" y="172593"/>
                    <a:pt x="5905" y="174308"/>
                    <a:pt x="3810" y="174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27"/>
          <p:cNvSpPr/>
          <p:nvPr/>
        </p:nvSpPr>
        <p:spPr>
          <a:xfrm flipH="1" rot="532502">
            <a:off x="-514115" y="4385276"/>
            <a:ext cx="1514959" cy="122499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" name="Google Shape;134;p27"/>
          <p:cNvGrpSpPr/>
          <p:nvPr/>
        </p:nvGrpSpPr>
        <p:grpSpPr>
          <a:xfrm>
            <a:off x="-148774" y="4544215"/>
            <a:ext cx="784225" cy="584398"/>
            <a:chOff x="1914620" y="1930431"/>
            <a:chExt cx="572929" cy="426911"/>
          </a:xfrm>
        </p:grpSpPr>
        <p:grpSp>
          <p:nvGrpSpPr>
            <p:cNvPr id="135" name="Google Shape;135;p27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36" name="Google Shape;136;p27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27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rect b="b" l="l" r="r" t="t"/>
                <a:pathLst>
                  <a:path extrusionOk="0" h="299465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27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9" name="Google Shape;139;p27"/>
            <p:cNvSpPr/>
            <p:nvPr/>
          </p:nvSpPr>
          <p:spPr>
            <a:xfrm>
              <a:off x="2024157" y="2180272"/>
              <a:ext cx="222980" cy="101917"/>
            </a:xfrm>
            <a:custGeom>
              <a:rect b="b" l="l" r="r" t="t"/>
              <a:pathLst>
                <a:path extrusionOk="0" h="101917" w="22298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p27"/>
          <p:cNvSpPr/>
          <p:nvPr/>
        </p:nvSpPr>
        <p:spPr>
          <a:xfrm rot="5844200">
            <a:off x="8030548" y="2339312"/>
            <a:ext cx="2404301" cy="131859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4" name="Google Shape;144;p28"/>
          <p:cNvSpPr txBox="1"/>
          <p:nvPr>
            <p:ph idx="1" type="subTitle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45" name="Google Shape;145;p28"/>
          <p:cNvSpPr/>
          <p:nvPr>
            <p:ph idx="2" type="pic"/>
          </p:nvPr>
        </p:nvSpPr>
        <p:spPr>
          <a:xfrm>
            <a:off x="566897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46" name="Google Shape;146;p28"/>
          <p:cNvSpPr/>
          <p:nvPr/>
        </p:nvSpPr>
        <p:spPr>
          <a:xfrm rot="-2381697">
            <a:off x="-1265120" y="-661594"/>
            <a:ext cx="3096202" cy="2008988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8"/>
          <p:cNvSpPr/>
          <p:nvPr/>
        </p:nvSpPr>
        <p:spPr>
          <a:xfrm rot="-7296874">
            <a:off x="-735040" y="4231574"/>
            <a:ext cx="2036053" cy="150886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8" name="Google Shape;148;p28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49" name="Google Shape;149;p28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50" name="Google Shape;150;p28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28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28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3" name="Google Shape;153;p28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" name="Google Shape;154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7" name="Google Shape;157;p29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9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9"/>
          <p:cNvSpPr/>
          <p:nvPr/>
        </p:nvSpPr>
        <p:spPr>
          <a:xfrm flipH="1" rot="-4592116">
            <a:off x="6189" y="113200"/>
            <a:ext cx="642877" cy="51982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3" name="Google Shape;163;p30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4" name="Google Shape;164;p30"/>
          <p:cNvSpPr/>
          <p:nvPr/>
        </p:nvSpPr>
        <p:spPr>
          <a:xfrm rot="3263452">
            <a:off x="-163955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0"/>
          <p:cNvSpPr/>
          <p:nvPr/>
        </p:nvSpPr>
        <p:spPr>
          <a:xfrm rot="-460623">
            <a:off x="-1793263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0"/>
          <p:cNvSpPr/>
          <p:nvPr/>
        </p:nvSpPr>
        <p:spPr>
          <a:xfrm rot="4592047">
            <a:off x="7797256" y="593203"/>
            <a:ext cx="1475158" cy="119280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0" name="Google Shape;170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>
            <p:ph hasCustomPrompt="1" type="title"/>
          </p:nvPr>
        </p:nvSpPr>
        <p:spPr>
          <a:xfrm>
            <a:off x="713225" y="1477363"/>
            <a:ext cx="6576000" cy="152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73" name="Google Shape;173;p32"/>
          <p:cNvSpPr txBox="1"/>
          <p:nvPr>
            <p:ph idx="1" type="subTitle"/>
          </p:nvPr>
        </p:nvSpPr>
        <p:spPr>
          <a:xfrm>
            <a:off x="713225" y="3169038"/>
            <a:ext cx="6576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4" name="Google Shape;174;p32"/>
          <p:cNvSpPr/>
          <p:nvPr/>
        </p:nvSpPr>
        <p:spPr>
          <a:xfrm flipH="1" rot="-1900174">
            <a:off x="-500059" y="-436065"/>
            <a:ext cx="1729608" cy="139855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2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2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2"/>
          <p:cNvSpPr/>
          <p:nvPr/>
        </p:nvSpPr>
        <p:spPr>
          <a:xfrm flipH="1" rot="531593">
            <a:off x="-1222788" y="3829381"/>
            <a:ext cx="2902962" cy="234732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8" name="Google Shape;178;p32"/>
          <p:cNvGrpSpPr/>
          <p:nvPr/>
        </p:nvGrpSpPr>
        <p:grpSpPr>
          <a:xfrm>
            <a:off x="7441503" y="289852"/>
            <a:ext cx="1366912" cy="1382099"/>
            <a:chOff x="6568493" y="8"/>
            <a:chExt cx="1820607" cy="1840590"/>
          </a:xfrm>
        </p:grpSpPr>
        <p:sp>
          <p:nvSpPr>
            <p:cNvPr id="179" name="Google Shape;179;p32"/>
            <p:cNvSpPr/>
            <p:nvPr/>
          </p:nvSpPr>
          <p:spPr>
            <a:xfrm>
              <a:off x="6737915" y="169351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32"/>
            <p:cNvSpPr/>
            <p:nvPr/>
          </p:nvSpPr>
          <p:spPr>
            <a:xfrm>
              <a:off x="6653203" y="8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1" name="Google Shape;181;p32"/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182" name="Google Shape;182;p32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rect b="b" l="l" r="r" t="t"/>
                <a:pathLst>
                  <a:path extrusionOk="0" h="1983676" w="1959864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32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rect b="b" l="l" r="r" t="t"/>
                <a:pathLst>
                  <a:path extrusionOk="0" h="172307" w="1959958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4" name="Google Shape;184;p32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185" name="Google Shape;185;p32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" name="Google Shape;186;p32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" name="Google Shape;187;p32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8" name="Google Shape;188;p32"/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189" name="Google Shape;189;p32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190" name="Google Shape;190;p32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" name="Google Shape;191;p32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" name="Google Shape;192;p32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" name="Google Shape;193;p32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" name="Google Shape;194;p32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" name="Google Shape;195;p32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" name="Google Shape;196;p32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" name="Google Shape;197;p32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" name="Google Shape;198;p32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" name="Google Shape;199;p32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0" name="Google Shape;200;p32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201" name="Google Shape;201;p32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" name="Google Shape;202;p32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" name="Google Shape;203;p32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" name="Google Shape;204;p32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" name="Google Shape;205;p32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" name="Google Shape;206;p32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" name="Google Shape;207;p32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" name="Google Shape;208;p32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" name="Google Shape;209;p32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0" name="Google Shape;210;p32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11" name="Google Shape;211;p32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212" name="Google Shape;212;p32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" name="Google Shape;213;p32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" name="Google Shape;214;p32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" name="Google Shape;215;p32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32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32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" name="Google Shape;218;p32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" name="Google Shape;219;p32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20" name="Google Shape;220;p32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rect b="b" l="l" r="r" t="t"/>
                <a:pathLst>
                  <a:path extrusionOk="0" h="438816" w="605885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32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rect b="b" l="l" r="r" t="t"/>
                <a:pathLst>
                  <a:path extrusionOk="0" h="815149" w="605885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2" name="Google Shape;222;p32"/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223" name="Google Shape;223;p32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224" name="Google Shape;224;p32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5" name="Google Shape;225;p32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6" name="Google Shape;226;p32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7" name="Google Shape;227;p32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28" name="Google Shape;228;p32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229" name="Google Shape;229;p32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230" name="Google Shape;230;p32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1" name="Google Shape;231;p32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2" name="Google Shape;232;p32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33" name="Google Shape;233;p32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234" name="Google Shape;234;p32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5" name="Google Shape;235;p32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36" name="Google Shape;236;p32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237" name="Google Shape;237;p32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" name="Google Shape;238;p32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9" name="Google Shape;239;p32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240" name="Google Shape;240;p32"/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241" name="Google Shape;241;p32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rect b="b" l="l" r="r" t="t"/>
                <a:pathLst>
                  <a:path extrusionOk="0" h="149542" w="256508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42" name="Google Shape;242;p32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243" name="Google Shape;243;p32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244" name="Google Shape;244;p32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rect b="b" l="l" r="r" t="t"/>
                    <a:pathLst>
                      <a:path extrusionOk="0" h="42672" w="42671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5" name="Google Shape;245;p32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rect b="b" l="l" r="r" t="t"/>
                    <a:pathLst>
                      <a:path extrusionOk="0" h="65418" w="65418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46" name="Google Shape;246;p32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247" name="Google Shape;247;p32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rect b="b" l="l" r="r" t="t"/>
                    <a:pathLst>
                      <a:path extrusionOk="0" h="98921" w="98773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8" name="Google Shape;248;p32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rect b="b" l="l" r="r" t="t"/>
                    <a:pathLst>
                      <a:path extrusionOk="0" h="15573" w="15573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249" name="Google Shape;249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4" name="Google Shape;254;p34"/>
          <p:cNvSpPr txBox="1"/>
          <p:nvPr>
            <p:ph idx="2" type="title"/>
          </p:nvPr>
        </p:nvSpPr>
        <p:spPr>
          <a:xfrm>
            <a:off x="1100975" y="1203373"/>
            <a:ext cx="73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55" name="Google Shape;255;p34"/>
          <p:cNvSpPr txBox="1"/>
          <p:nvPr>
            <p:ph idx="3" type="title"/>
          </p:nvPr>
        </p:nvSpPr>
        <p:spPr>
          <a:xfrm>
            <a:off x="1100975" y="2789203"/>
            <a:ext cx="73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56" name="Google Shape;256;p34"/>
          <p:cNvSpPr txBox="1"/>
          <p:nvPr>
            <p:ph idx="4" type="title"/>
          </p:nvPr>
        </p:nvSpPr>
        <p:spPr>
          <a:xfrm>
            <a:off x="3419250" y="1203373"/>
            <a:ext cx="73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57" name="Google Shape;257;p34"/>
          <p:cNvSpPr txBox="1"/>
          <p:nvPr>
            <p:ph idx="5" type="title"/>
          </p:nvPr>
        </p:nvSpPr>
        <p:spPr>
          <a:xfrm>
            <a:off x="3419250" y="2789203"/>
            <a:ext cx="73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58" name="Google Shape;258;p34"/>
          <p:cNvSpPr txBox="1"/>
          <p:nvPr>
            <p:ph idx="6" type="title"/>
          </p:nvPr>
        </p:nvSpPr>
        <p:spPr>
          <a:xfrm>
            <a:off x="5737525" y="1203373"/>
            <a:ext cx="73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59" name="Google Shape;259;p34"/>
          <p:cNvSpPr txBox="1"/>
          <p:nvPr>
            <p:ph idx="7" type="title"/>
          </p:nvPr>
        </p:nvSpPr>
        <p:spPr>
          <a:xfrm>
            <a:off x="5737525" y="2789203"/>
            <a:ext cx="73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0" name="Google Shape;260;p34"/>
          <p:cNvSpPr txBox="1"/>
          <p:nvPr>
            <p:ph idx="1" type="subTitle"/>
          </p:nvPr>
        </p:nvSpPr>
        <p:spPr>
          <a:xfrm>
            <a:off x="1100975" y="1912475"/>
            <a:ext cx="23055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1" name="Google Shape;261;p34"/>
          <p:cNvSpPr txBox="1"/>
          <p:nvPr>
            <p:ph idx="8" type="subTitle"/>
          </p:nvPr>
        </p:nvSpPr>
        <p:spPr>
          <a:xfrm>
            <a:off x="3419250" y="1912475"/>
            <a:ext cx="23055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2" name="Google Shape;262;p34"/>
          <p:cNvSpPr txBox="1"/>
          <p:nvPr>
            <p:ph idx="9" type="subTitle"/>
          </p:nvPr>
        </p:nvSpPr>
        <p:spPr>
          <a:xfrm>
            <a:off x="5737525" y="1912475"/>
            <a:ext cx="23055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3" name="Google Shape;263;p34"/>
          <p:cNvSpPr txBox="1"/>
          <p:nvPr>
            <p:ph idx="13" type="subTitle"/>
          </p:nvPr>
        </p:nvSpPr>
        <p:spPr>
          <a:xfrm>
            <a:off x="1100975" y="3498350"/>
            <a:ext cx="23055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4" name="Google Shape;264;p34"/>
          <p:cNvSpPr txBox="1"/>
          <p:nvPr>
            <p:ph idx="14" type="subTitle"/>
          </p:nvPr>
        </p:nvSpPr>
        <p:spPr>
          <a:xfrm>
            <a:off x="3419250" y="3498350"/>
            <a:ext cx="23055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5" name="Google Shape;265;p34"/>
          <p:cNvSpPr txBox="1"/>
          <p:nvPr>
            <p:ph idx="15" type="subTitle"/>
          </p:nvPr>
        </p:nvSpPr>
        <p:spPr>
          <a:xfrm>
            <a:off x="5737525" y="3498350"/>
            <a:ext cx="23055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6" name="Google Shape;266;p34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4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8" name="Google Shape;268;p34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269" name="Google Shape;269;p3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270" name="Google Shape;270;p3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71" name="Google Shape;271;p3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72" name="Google Shape;272;p3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3" name="Google Shape;273;p3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4" name="Google Shape;274;p3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75" name="Google Shape;275;p3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76" name="Google Shape;276;p3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77" name="Google Shape;277;p3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78" name="Google Shape;278;p3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79" name="Google Shape;279;p3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0" name="Google Shape;280;p3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81" name="Google Shape;281;p3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82" name="Google Shape;282;p3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3" name="Google Shape;283;p3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84" name="Google Shape;284;p3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85" name="Google Shape;285;p3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6" name="Google Shape;286;p3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287" name="Google Shape;287;p34"/>
          <p:cNvSpPr/>
          <p:nvPr/>
        </p:nvSpPr>
        <p:spPr>
          <a:xfrm>
            <a:off x="62832" y="4828541"/>
            <a:ext cx="734045" cy="45268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8" name="Google Shape;288;p34"/>
          <p:cNvGrpSpPr/>
          <p:nvPr/>
        </p:nvGrpSpPr>
        <p:grpSpPr>
          <a:xfrm>
            <a:off x="103395" y="3891186"/>
            <a:ext cx="668783" cy="959747"/>
            <a:chOff x="10519314" y="4728596"/>
            <a:chExt cx="751780" cy="1078731"/>
          </a:xfrm>
        </p:grpSpPr>
        <p:grpSp>
          <p:nvGrpSpPr>
            <p:cNvPr id="289" name="Google Shape;289;p34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90" name="Google Shape;290;p34"/>
              <p:cNvGrpSpPr/>
              <p:nvPr/>
            </p:nvGrpSpPr>
            <p:grpSpPr>
              <a:xfrm>
                <a:off x="10903219" y="4888205"/>
                <a:ext cx="242756" cy="919122"/>
                <a:chOff x="10903219" y="4888205"/>
                <a:chExt cx="242756" cy="919122"/>
              </a:xfrm>
            </p:grpSpPr>
            <p:sp>
              <p:nvSpPr>
                <p:cNvPr id="291" name="Google Shape;291;p34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" name="Google Shape;292;p34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3" name="Google Shape;293;p34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4" name="Google Shape;294;p34"/>
                <p:cNvGrpSpPr/>
                <p:nvPr/>
              </p:nvGrpSpPr>
              <p:grpSpPr>
                <a:xfrm>
                  <a:off x="11014220" y="5588618"/>
                  <a:ext cx="100021" cy="114784"/>
                  <a:chOff x="11014220" y="5588618"/>
                  <a:chExt cx="100021" cy="114784"/>
                </a:xfrm>
              </p:grpSpPr>
              <p:sp>
                <p:nvSpPr>
                  <p:cNvPr id="295" name="Google Shape;295;p34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6" name="Google Shape;296;p34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7" name="Google Shape;297;p34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8" name="Google Shape;298;p34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99" name="Google Shape;299;p34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300" name="Google Shape;300;p34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" name="Google Shape;301;p34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02" name="Google Shape;302;p34"/>
                <p:cNvGrpSpPr/>
                <p:nvPr/>
              </p:nvGrpSpPr>
              <p:grpSpPr>
                <a:xfrm>
                  <a:off x="10765016" y="5040134"/>
                  <a:ext cx="116314" cy="49775"/>
                  <a:chOff x="10765016" y="5040134"/>
                  <a:chExt cx="116314" cy="49775"/>
                </a:xfrm>
              </p:grpSpPr>
              <p:sp>
                <p:nvSpPr>
                  <p:cNvPr id="303" name="Google Shape;303;p34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" name="Google Shape;304;p34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5" name="Google Shape;305;p34"/>
                <p:cNvGrpSpPr/>
                <p:nvPr/>
              </p:nvGrpSpPr>
              <p:grpSpPr>
                <a:xfrm>
                  <a:off x="10784826" y="5436314"/>
                  <a:ext cx="116414" cy="49961"/>
                  <a:chOff x="10784826" y="5436314"/>
                  <a:chExt cx="116414" cy="49961"/>
                </a:xfrm>
              </p:grpSpPr>
              <p:sp>
                <p:nvSpPr>
                  <p:cNvPr id="306" name="Google Shape;306;p34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7" name="Google Shape;307;p34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08" name="Google Shape;308;p34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309" name="Google Shape;309;p34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0" name="Google Shape;310;p34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11" name="Google Shape;311;p34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312" name="Google Shape;312;p34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3" name="Google Shape;313;p34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14" name="Google Shape;314;p34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315" name="Google Shape;315;p34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6" name="Google Shape;316;p34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17" name="Google Shape;317;p34"/>
            <p:cNvGrpSpPr/>
            <p:nvPr/>
          </p:nvGrpSpPr>
          <p:grpSpPr>
            <a:xfrm>
              <a:off x="11058042" y="5088325"/>
              <a:ext cx="213053" cy="717953"/>
              <a:chOff x="11058042" y="5088325"/>
              <a:chExt cx="213053" cy="717953"/>
            </a:xfrm>
          </p:grpSpPr>
          <p:sp>
            <p:nvSpPr>
              <p:cNvPr id="318" name="Google Shape;318;p34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34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0" name="Google Shape;320;p34"/>
          <p:cNvGrpSpPr/>
          <p:nvPr/>
        </p:nvGrpSpPr>
        <p:grpSpPr>
          <a:xfrm>
            <a:off x="150676" y="2823493"/>
            <a:ext cx="516117" cy="779220"/>
            <a:chOff x="10572463" y="3528536"/>
            <a:chExt cx="580168" cy="875823"/>
          </a:xfrm>
        </p:grpSpPr>
        <p:grpSp>
          <p:nvGrpSpPr>
            <p:cNvPr id="321" name="Google Shape;321;p34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322" name="Google Shape;322;p34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3" name="Google Shape;323;p34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324" name="Google Shape;324;p34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5" name="Google Shape;325;p34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6" name="Google Shape;326;p34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7" name="Google Shape;327;p34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" name="Google Shape;328;p34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" name="Google Shape;329;p34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0" name="Google Shape;330;p34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331" name="Google Shape;331;p34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" name="Google Shape;332;p34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" name="Google Shape;333;p34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4" name="Google Shape;334;p34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5" name="Google Shape;335;p34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6" name="Google Shape;336;p34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337" name="Google Shape;337;p34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38" name="Google Shape;338;p34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339" name="Google Shape;339;p34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" name="Google Shape;340;p34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" name="Google Shape;341;p34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" name="Google Shape;342;p34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3" name="Google Shape;343;p34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4" name="Google Shape;344;p34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45" name="Google Shape;345;p34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346" name="Google Shape;346;p34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7" name="Google Shape;347;p34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8" name="Google Shape;348;p34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9" name="Google Shape;349;p34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0" name="Google Shape;350;p34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51" name="Google Shape;351;p34"/>
          <p:cNvGrpSpPr/>
          <p:nvPr/>
        </p:nvGrpSpPr>
        <p:grpSpPr>
          <a:xfrm>
            <a:off x="361835" y="3601018"/>
            <a:ext cx="22030" cy="294484"/>
            <a:chOff x="10809827" y="4402455"/>
            <a:chExt cx="24764" cy="330993"/>
          </a:xfrm>
        </p:grpSpPr>
        <p:sp>
          <p:nvSpPr>
            <p:cNvPr id="352" name="Google Shape;352;p34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34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34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5" name="Google Shape;355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5"/>
          <p:cNvSpPr txBox="1"/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8" name="Google Shape;358;p35"/>
          <p:cNvSpPr txBox="1"/>
          <p:nvPr>
            <p:ph idx="1" type="subTitle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359" name="Google Shape;359;p35"/>
          <p:cNvSpPr/>
          <p:nvPr>
            <p:ph idx="2" type="pic"/>
          </p:nvPr>
        </p:nvSpPr>
        <p:spPr>
          <a:xfrm>
            <a:off x="566897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60" name="Google Shape;360;p35"/>
          <p:cNvSpPr/>
          <p:nvPr/>
        </p:nvSpPr>
        <p:spPr>
          <a:xfrm rot="-2381697">
            <a:off x="-1265120" y="-661594"/>
            <a:ext cx="3096202" cy="2008988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5"/>
          <p:cNvSpPr/>
          <p:nvPr/>
        </p:nvSpPr>
        <p:spPr>
          <a:xfrm rot="-7296874">
            <a:off x="-735040" y="4231574"/>
            <a:ext cx="2036053" cy="150886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2" name="Google Shape;362;p35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363" name="Google Shape;363;p35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364" name="Google Shape;364;p35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35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35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7" name="Google Shape;367;p35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8" name="Google Shape;368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/>
          <p:nvPr>
            <p:ph type="title"/>
          </p:nvPr>
        </p:nvSpPr>
        <p:spPr>
          <a:xfrm>
            <a:off x="2013850" y="841075"/>
            <a:ext cx="51162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1" type="subTitle"/>
          </p:nvPr>
        </p:nvSpPr>
        <p:spPr>
          <a:xfrm>
            <a:off x="2013850" y="2231525"/>
            <a:ext cx="5116200" cy="20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372" name="Google Shape;372;p36"/>
          <p:cNvSpPr/>
          <p:nvPr/>
        </p:nvSpPr>
        <p:spPr>
          <a:xfrm flipH="1" rot="9076707">
            <a:off x="7972821" y="-586852"/>
            <a:ext cx="1683799" cy="167281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3" name="Google Shape;373;p36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374" name="Google Shape;374;p36"/>
            <p:cNvSpPr/>
            <p:nvPr/>
          </p:nvSpPr>
          <p:spPr>
            <a:xfrm>
              <a:off x="7385113" y="1535430"/>
              <a:ext cx="435673" cy="541115"/>
            </a:xfrm>
            <a:custGeom>
              <a:rect b="b" l="l" r="r" t="t"/>
              <a:pathLst>
                <a:path extrusionOk="0" h="541115" w="435673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5" name="Google Shape;375;p36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376" name="Google Shape;376;p36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36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36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rect b="b" l="l" r="r" t="t"/>
                <a:pathLst>
                  <a:path extrusionOk="0" h="41529" w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9" name="Google Shape;379;p36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380" name="Google Shape;380;p36"/>
            <p:cNvSpPr/>
            <p:nvPr/>
          </p:nvSpPr>
          <p:spPr>
            <a:xfrm>
              <a:off x="7420451" y="1852041"/>
              <a:ext cx="357473" cy="163258"/>
            </a:xfrm>
            <a:custGeom>
              <a:rect b="b" l="l" r="r" t="t"/>
              <a:pathLst>
                <a:path extrusionOk="0" h="163258" w="357473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36"/>
            <p:cNvSpPr/>
            <p:nvPr/>
          </p:nvSpPr>
          <p:spPr>
            <a:xfrm>
              <a:off x="7425594" y="1639728"/>
              <a:ext cx="353948" cy="180117"/>
            </a:xfrm>
            <a:custGeom>
              <a:rect b="b" l="l" r="r" t="t"/>
              <a:pathLst>
                <a:path extrusionOk="0" h="180117" w="353948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2" name="Google Shape;382;p36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383" name="Google Shape;383;p36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384" name="Google Shape;384;p36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36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6" name="Google Shape;386;p36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7" name="Google Shape;387;p36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388" name="Google Shape;388;p36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9" name="Google Shape;389;p36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390" name="Google Shape;390;p36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391" name="Google Shape;391;p36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392" name="Google Shape;392;p36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3" name="Google Shape;393;p36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94" name="Google Shape;394;p36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395" name="Google Shape;395;p36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6" name="Google Shape;396;p36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97" name="Google Shape;397;p36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398" name="Google Shape;398;p36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9" name="Google Shape;399;p36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00" name="Google Shape;400;p36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" name="Google Shape;401;p36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" name="Google Shape;402;p36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3" name="Google Shape;403;p36"/>
          <p:cNvGrpSpPr/>
          <p:nvPr/>
        </p:nvGrpSpPr>
        <p:grpSpPr>
          <a:xfrm flipH="1" rot="5400000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404" name="Google Shape;404;p36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36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36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7" name="Google Shape;407;p36"/>
          <p:cNvSpPr/>
          <p:nvPr/>
        </p:nvSpPr>
        <p:spPr>
          <a:xfrm rot="-532595">
            <a:off x="7984139" y="4422751"/>
            <a:ext cx="1661199" cy="134324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6"/>
          <p:cNvSpPr/>
          <p:nvPr/>
        </p:nvSpPr>
        <p:spPr>
          <a:xfrm flipH="1" rot="-5145822">
            <a:off x="-1235221" y="72085"/>
            <a:ext cx="2404292" cy="131859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2" name="Google Shape;412;p37"/>
          <p:cNvSpPr txBox="1"/>
          <p:nvPr>
            <p:ph idx="1" type="subTitle"/>
          </p:nvPr>
        </p:nvSpPr>
        <p:spPr>
          <a:xfrm>
            <a:off x="937625" y="2579823"/>
            <a:ext cx="21753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3" name="Google Shape;413;p37"/>
          <p:cNvSpPr txBox="1"/>
          <p:nvPr>
            <p:ph idx="2" type="subTitle"/>
          </p:nvPr>
        </p:nvSpPr>
        <p:spPr>
          <a:xfrm>
            <a:off x="3484347" y="2579823"/>
            <a:ext cx="21753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4" name="Google Shape;414;p37"/>
          <p:cNvSpPr txBox="1"/>
          <p:nvPr>
            <p:ph idx="3" type="subTitle"/>
          </p:nvPr>
        </p:nvSpPr>
        <p:spPr>
          <a:xfrm>
            <a:off x="6031075" y="2579823"/>
            <a:ext cx="21753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5" name="Google Shape;415;p37"/>
          <p:cNvSpPr txBox="1"/>
          <p:nvPr>
            <p:ph idx="4" type="subTitle"/>
          </p:nvPr>
        </p:nvSpPr>
        <p:spPr>
          <a:xfrm>
            <a:off x="937625" y="1775401"/>
            <a:ext cx="21753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16" name="Google Shape;416;p37"/>
          <p:cNvSpPr txBox="1"/>
          <p:nvPr>
            <p:ph idx="5" type="subTitle"/>
          </p:nvPr>
        </p:nvSpPr>
        <p:spPr>
          <a:xfrm>
            <a:off x="3484350" y="1775401"/>
            <a:ext cx="21753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17" name="Google Shape;417;p37"/>
          <p:cNvSpPr txBox="1"/>
          <p:nvPr>
            <p:ph idx="6" type="subTitle"/>
          </p:nvPr>
        </p:nvSpPr>
        <p:spPr>
          <a:xfrm>
            <a:off x="6031075" y="1775401"/>
            <a:ext cx="21753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18" name="Google Shape;418;p37"/>
          <p:cNvSpPr/>
          <p:nvPr/>
        </p:nvSpPr>
        <p:spPr>
          <a:xfrm flipH="1" rot="8800738">
            <a:off x="7902412" y="4181666"/>
            <a:ext cx="1680262" cy="135858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7"/>
          <p:cNvSpPr/>
          <p:nvPr/>
        </p:nvSpPr>
        <p:spPr>
          <a:xfrm flipH="1" rot="-8942362">
            <a:off x="-983149" y="4040244"/>
            <a:ext cx="2474148" cy="200058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7"/>
          <p:cNvSpPr/>
          <p:nvPr/>
        </p:nvSpPr>
        <p:spPr>
          <a:xfrm flipH="1" rot="1554271">
            <a:off x="7563507" y="-664049"/>
            <a:ext cx="2112334" cy="200257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7"/>
          <p:cNvSpPr/>
          <p:nvPr/>
        </p:nvSpPr>
        <p:spPr>
          <a:xfrm>
            <a:off x="62825" y="1725386"/>
            <a:ext cx="606206" cy="37384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2" name="Google Shape;422;p37"/>
          <p:cNvGrpSpPr/>
          <p:nvPr/>
        </p:nvGrpSpPr>
        <p:grpSpPr>
          <a:xfrm>
            <a:off x="96399" y="951293"/>
            <a:ext cx="552408" cy="792759"/>
            <a:chOff x="10519314" y="4728596"/>
            <a:chExt cx="751780" cy="1078731"/>
          </a:xfrm>
        </p:grpSpPr>
        <p:grpSp>
          <p:nvGrpSpPr>
            <p:cNvPr id="423" name="Google Shape;423;p37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424" name="Google Shape;424;p37"/>
              <p:cNvGrpSpPr/>
              <p:nvPr/>
            </p:nvGrpSpPr>
            <p:grpSpPr>
              <a:xfrm>
                <a:off x="10903219" y="4888205"/>
                <a:ext cx="242756" cy="919122"/>
                <a:chOff x="10903219" y="4888205"/>
                <a:chExt cx="242756" cy="919122"/>
              </a:xfrm>
            </p:grpSpPr>
            <p:sp>
              <p:nvSpPr>
                <p:cNvPr id="425" name="Google Shape;425;p37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6" name="Google Shape;426;p37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7" name="Google Shape;427;p37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28" name="Google Shape;428;p37"/>
                <p:cNvGrpSpPr/>
                <p:nvPr/>
              </p:nvGrpSpPr>
              <p:grpSpPr>
                <a:xfrm>
                  <a:off x="11014220" y="5588618"/>
                  <a:ext cx="100021" cy="114784"/>
                  <a:chOff x="11014220" y="5588618"/>
                  <a:chExt cx="100021" cy="114784"/>
                </a:xfrm>
              </p:grpSpPr>
              <p:sp>
                <p:nvSpPr>
                  <p:cNvPr id="429" name="Google Shape;429;p37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0" name="Google Shape;430;p37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1" name="Google Shape;431;p37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2" name="Google Shape;432;p37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33" name="Google Shape;433;p37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434" name="Google Shape;434;p37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5" name="Google Shape;435;p37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6" name="Google Shape;436;p37"/>
                <p:cNvGrpSpPr/>
                <p:nvPr/>
              </p:nvGrpSpPr>
              <p:grpSpPr>
                <a:xfrm>
                  <a:off x="10765016" y="5040134"/>
                  <a:ext cx="116314" cy="49775"/>
                  <a:chOff x="10765016" y="5040134"/>
                  <a:chExt cx="116314" cy="49775"/>
                </a:xfrm>
              </p:grpSpPr>
              <p:sp>
                <p:nvSpPr>
                  <p:cNvPr id="437" name="Google Shape;437;p37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8" name="Google Shape;438;p37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39" name="Google Shape;439;p37"/>
                <p:cNvGrpSpPr/>
                <p:nvPr/>
              </p:nvGrpSpPr>
              <p:grpSpPr>
                <a:xfrm>
                  <a:off x="10784826" y="5436314"/>
                  <a:ext cx="116414" cy="49961"/>
                  <a:chOff x="10784826" y="5436314"/>
                  <a:chExt cx="116414" cy="49961"/>
                </a:xfrm>
              </p:grpSpPr>
              <p:sp>
                <p:nvSpPr>
                  <p:cNvPr id="440" name="Google Shape;440;p37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1" name="Google Shape;441;p37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42" name="Google Shape;442;p37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443" name="Google Shape;443;p37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" name="Google Shape;444;p37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45" name="Google Shape;445;p37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446" name="Google Shape;446;p37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7" name="Google Shape;447;p37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48" name="Google Shape;448;p37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449" name="Google Shape;449;p37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0" name="Google Shape;450;p37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451" name="Google Shape;451;p37"/>
            <p:cNvGrpSpPr/>
            <p:nvPr/>
          </p:nvGrpSpPr>
          <p:grpSpPr>
            <a:xfrm>
              <a:off x="11058042" y="5088325"/>
              <a:ext cx="213053" cy="717953"/>
              <a:chOff x="11058042" y="5088325"/>
              <a:chExt cx="213053" cy="717953"/>
            </a:xfrm>
          </p:grpSpPr>
          <p:sp>
            <p:nvSpPr>
              <p:cNvPr id="452" name="Google Shape;452;p37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37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4" name="Google Shape;454;p37"/>
          <p:cNvGrpSpPr/>
          <p:nvPr/>
        </p:nvGrpSpPr>
        <p:grpSpPr>
          <a:xfrm>
            <a:off x="135453" y="69369"/>
            <a:ext cx="426307" cy="643642"/>
            <a:chOff x="10572463" y="3528536"/>
            <a:chExt cx="580168" cy="875823"/>
          </a:xfrm>
        </p:grpSpPr>
        <p:grpSp>
          <p:nvGrpSpPr>
            <p:cNvPr id="455" name="Google Shape;455;p37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456" name="Google Shape;456;p37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7" name="Google Shape;457;p37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458" name="Google Shape;458;p37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" name="Google Shape;459;p37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" name="Google Shape;460;p37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37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" name="Google Shape;462;p37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" name="Google Shape;463;p37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64" name="Google Shape;464;p37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465" name="Google Shape;465;p37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" name="Google Shape;466;p37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" name="Google Shape;467;p37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" name="Google Shape;468;p37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9" name="Google Shape;469;p37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0" name="Google Shape;470;p37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471" name="Google Shape;471;p37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72" name="Google Shape;472;p37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473" name="Google Shape;473;p37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4" name="Google Shape;474;p37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5" name="Google Shape;475;p37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6" name="Google Shape;476;p37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7" name="Google Shape;477;p37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" name="Google Shape;478;p37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79" name="Google Shape;479;p37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480" name="Google Shape;480;p37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" name="Google Shape;481;p37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2" name="Google Shape;482;p37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3" name="Google Shape;483;p37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84" name="Google Shape;484;p37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85" name="Google Shape;485;p37"/>
          <p:cNvGrpSpPr/>
          <p:nvPr/>
        </p:nvGrpSpPr>
        <p:grpSpPr>
          <a:xfrm>
            <a:off x="309868" y="711612"/>
            <a:ext cx="18197" cy="243247"/>
            <a:chOff x="10809827" y="4402455"/>
            <a:chExt cx="24764" cy="330993"/>
          </a:xfrm>
        </p:grpSpPr>
        <p:sp>
          <p:nvSpPr>
            <p:cNvPr id="486" name="Google Shape;486;p37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37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37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8421644" y="1045085"/>
            <a:ext cx="396068" cy="717683"/>
            <a:chOff x="1945386" y="5582316"/>
            <a:chExt cx="470725" cy="852963"/>
          </a:xfrm>
        </p:grpSpPr>
        <p:grpSp>
          <p:nvGrpSpPr>
            <p:cNvPr id="490" name="Google Shape;490;p37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491" name="Google Shape;491;p37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37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93" name="Google Shape;493;p37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4" name="Google Shape;494;p37"/>
          <p:cNvGrpSpPr/>
          <p:nvPr/>
        </p:nvGrpSpPr>
        <p:grpSpPr>
          <a:xfrm>
            <a:off x="8088695" y="57742"/>
            <a:ext cx="1061979" cy="558999"/>
            <a:chOff x="3859815" y="2867310"/>
            <a:chExt cx="1262157" cy="664368"/>
          </a:xfrm>
        </p:grpSpPr>
        <p:sp>
          <p:nvSpPr>
            <p:cNvPr id="495" name="Google Shape;495;p37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6" name="Google Shape;496;p37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497" name="Google Shape;497;p37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498" name="Google Shape;498;p37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499" name="Google Shape;499;p37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0" name="Google Shape;500;p37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01" name="Google Shape;501;p37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502" name="Google Shape;502;p37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3" name="Google Shape;503;p37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04" name="Google Shape;504;p37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505" name="Google Shape;505;p37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6" name="Google Shape;506;p37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07" name="Google Shape;507;p37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37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37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10" name="Google Shape;510;p37"/>
          <p:cNvGrpSpPr/>
          <p:nvPr/>
        </p:nvGrpSpPr>
        <p:grpSpPr>
          <a:xfrm>
            <a:off x="8582238" y="611818"/>
            <a:ext cx="33124" cy="442802"/>
            <a:chOff x="10809827" y="4402455"/>
            <a:chExt cx="24764" cy="330993"/>
          </a:xfrm>
        </p:grpSpPr>
        <p:sp>
          <p:nvSpPr>
            <p:cNvPr id="511" name="Google Shape;511;p37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37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37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4" name="Google Shape;514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17" name="Google Shape;517;p38"/>
          <p:cNvSpPr txBox="1"/>
          <p:nvPr>
            <p:ph idx="1" type="subTitle"/>
          </p:nvPr>
        </p:nvSpPr>
        <p:spPr>
          <a:xfrm>
            <a:off x="1253225" y="2053700"/>
            <a:ext cx="2811000" cy="1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18" name="Google Shape;518;p38"/>
          <p:cNvSpPr txBox="1"/>
          <p:nvPr>
            <p:ph idx="2" type="subTitle"/>
          </p:nvPr>
        </p:nvSpPr>
        <p:spPr>
          <a:xfrm>
            <a:off x="5079776" y="2053700"/>
            <a:ext cx="2811000" cy="1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19" name="Google Shape;519;p38"/>
          <p:cNvSpPr txBox="1"/>
          <p:nvPr>
            <p:ph idx="3" type="subTitle"/>
          </p:nvPr>
        </p:nvSpPr>
        <p:spPr>
          <a:xfrm>
            <a:off x="1253225" y="3565300"/>
            <a:ext cx="2811000" cy="1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0" name="Google Shape;520;p38"/>
          <p:cNvSpPr txBox="1"/>
          <p:nvPr>
            <p:ph idx="4" type="subTitle"/>
          </p:nvPr>
        </p:nvSpPr>
        <p:spPr>
          <a:xfrm>
            <a:off x="5079776" y="3565300"/>
            <a:ext cx="2811000" cy="1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1" name="Google Shape;521;p38"/>
          <p:cNvSpPr txBox="1"/>
          <p:nvPr>
            <p:ph idx="5" type="subTitle"/>
          </p:nvPr>
        </p:nvSpPr>
        <p:spPr>
          <a:xfrm>
            <a:off x="1253225" y="1363500"/>
            <a:ext cx="28110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2" name="Google Shape;522;p38"/>
          <p:cNvSpPr txBox="1"/>
          <p:nvPr>
            <p:ph idx="6" type="subTitle"/>
          </p:nvPr>
        </p:nvSpPr>
        <p:spPr>
          <a:xfrm>
            <a:off x="1253225" y="2875125"/>
            <a:ext cx="28110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3" name="Google Shape;523;p38"/>
          <p:cNvSpPr txBox="1"/>
          <p:nvPr>
            <p:ph idx="7" type="subTitle"/>
          </p:nvPr>
        </p:nvSpPr>
        <p:spPr>
          <a:xfrm>
            <a:off x="5079750" y="1363500"/>
            <a:ext cx="28110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4" name="Google Shape;524;p38"/>
          <p:cNvSpPr txBox="1"/>
          <p:nvPr>
            <p:ph idx="8" type="subTitle"/>
          </p:nvPr>
        </p:nvSpPr>
        <p:spPr>
          <a:xfrm>
            <a:off x="5079750" y="2875125"/>
            <a:ext cx="28110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5" name="Google Shape;525;p38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8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7" name="Google Shape;527;p38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528" name="Google Shape;528;p38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529" name="Google Shape;529;p38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" name="Google Shape;530;p38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38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32" name="Google Shape;532;p38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3" name="Google Shape;533;p38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534" name="Google Shape;534;p38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535" name="Google Shape;535;p38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36" name="Google Shape;536;p38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537" name="Google Shape;537;p38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8" name="Google Shape;538;p38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9" name="Google Shape;539;p38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40" name="Google Shape;540;p38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541" name="Google Shape;541;p38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42" name="Google Shape;542;p38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543" name="Google Shape;543;p38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544" name="Google Shape;544;p38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5" name="Google Shape;545;p38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46" name="Google Shape;546;p38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547" name="Google Shape;547;p38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8" name="Google Shape;548;p38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49" name="Google Shape;549;p38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550" name="Google Shape;550;p38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1" name="Google Shape;551;p38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552" name="Google Shape;552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55" name="Google Shape;555;p39"/>
          <p:cNvSpPr txBox="1"/>
          <p:nvPr>
            <p:ph idx="1" type="subTitle"/>
          </p:nvPr>
        </p:nvSpPr>
        <p:spPr>
          <a:xfrm>
            <a:off x="723900" y="1710151"/>
            <a:ext cx="1986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6" name="Google Shape;556;p39"/>
          <p:cNvSpPr txBox="1"/>
          <p:nvPr>
            <p:ph idx="2" type="subTitle"/>
          </p:nvPr>
        </p:nvSpPr>
        <p:spPr>
          <a:xfrm>
            <a:off x="3577144" y="1710161"/>
            <a:ext cx="1986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7" name="Google Shape;557;p39"/>
          <p:cNvSpPr txBox="1"/>
          <p:nvPr>
            <p:ph idx="3" type="subTitle"/>
          </p:nvPr>
        </p:nvSpPr>
        <p:spPr>
          <a:xfrm>
            <a:off x="723900" y="3498800"/>
            <a:ext cx="1986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8" name="Google Shape;558;p39"/>
          <p:cNvSpPr txBox="1"/>
          <p:nvPr>
            <p:ph idx="4" type="subTitle"/>
          </p:nvPr>
        </p:nvSpPr>
        <p:spPr>
          <a:xfrm>
            <a:off x="3577144" y="3498800"/>
            <a:ext cx="1986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9" name="Google Shape;559;p39"/>
          <p:cNvSpPr txBox="1"/>
          <p:nvPr>
            <p:ph idx="5" type="subTitle"/>
          </p:nvPr>
        </p:nvSpPr>
        <p:spPr>
          <a:xfrm>
            <a:off x="6430388" y="1710161"/>
            <a:ext cx="1986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60" name="Google Shape;560;p39"/>
          <p:cNvSpPr txBox="1"/>
          <p:nvPr>
            <p:ph idx="6" type="subTitle"/>
          </p:nvPr>
        </p:nvSpPr>
        <p:spPr>
          <a:xfrm>
            <a:off x="6430388" y="3498800"/>
            <a:ext cx="1986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61" name="Google Shape;561;p39"/>
          <p:cNvSpPr txBox="1"/>
          <p:nvPr>
            <p:ph idx="7" type="subTitle"/>
          </p:nvPr>
        </p:nvSpPr>
        <p:spPr>
          <a:xfrm>
            <a:off x="731700" y="1060275"/>
            <a:ext cx="19782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62" name="Google Shape;562;p39"/>
          <p:cNvSpPr txBox="1"/>
          <p:nvPr>
            <p:ph idx="8" type="subTitle"/>
          </p:nvPr>
        </p:nvSpPr>
        <p:spPr>
          <a:xfrm>
            <a:off x="3582994" y="1060284"/>
            <a:ext cx="19782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63" name="Google Shape;563;p39"/>
          <p:cNvSpPr txBox="1"/>
          <p:nvPr>
            <p:ph idx="9" type="subTitle"/>
          </p:nvPr>
        </p:nvSpPr>
        <p:spPr>
          <a:xfrm>
            <a:off x="6434288" y="1060284"/>
            <a:ext cx="19782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64" name="Google Shape;564;p39"/>
          <p:cNvSpPr txBox="1"/>
          <p:nvPr>
            <p:ph idx="13" type="subTitle"/>
          </p:nvPr>
        </p:nvSpPr>
        <p:spPr>
          <a:xfrm>
            <a:off x="723900" y="2845800"/>
            <a:ext cx="19860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65" name="Google Shape;565;p39"/>
          <p:cNvSpPr txBox="1"/>
          <p:nvPr>
            <p:ph idx="14" type="subTitle"/>
          </p:nvPr>
        </p:nvSpPr>
        <p:spPr>
          <a:xfrm>
            <a:off x="3582995" y="2845800"/>
            <a:ext cx="19782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66" name="Google Shape;566;p39"/>
          <p:cNvSpPr txBox="1"/>
          <p:nvPr>
            <p:ph idx="15" type="subTitle"/>
          </p:nvPr>
        </p:nvSpPr>
        <p:spPr>
          <a:xfrm>
            <a:off x="6434290" y="2845800"/>
            <a:ext cx="19782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67" name="Google Shape;567;p39"/>
          <p:cNvSpPr/>
          <p:nvPr/>
        </p:nvSpPr>
        <p:spPr>
          <a:xfrm flipH="1" rot="-3263452">
            <a:off x="7372110" y="40383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9"/>
          <p:cNvSpPr/>
          <p:nvPr/>
        </p:nvSpPr>
        <p:spPr>
          <a:xfrm flipH="1" rot="531647">
            <a:off x="-1621232" y="4095570"/>
            <a:ext cx="2581069" cy="208704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9"/>
          <p:cNvSpPr/>
          <p:nvPr/>
        </p:nvSpPr>
        <p:spPr>
          <a:xfrm flipH="1" rot="460658">
            <a:off x="7344116" y="-1448948"/>
            <a:ext cx="3053845" cy="246933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0" name="Google Shape;570;p39"/>
          <p:cNvGrpSpPr/>
          <p:nvPr/>
        </p:nvGrpSpPr>
        <p:grpSpPr>
          <a:xfrm>
            <a:off x="7931872" y="177093"/>
            <a:ext cx="997824" cy="737095"/>
            <a:chOff x="7931872" y="177093"/>
            <a:chExt cx="997824" cy="737095"/>
          </a:xfrm>
        </p:grpSpPr>
        <p:grpSp>
          <p:nvGrpSpPr>
            <p:cNvPr id="571" name="Google Shape;571;p39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572" name="Google Shape;572;p39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rect b="b" l="l" r="r" t="t"/>
                <a:pathLst>
                  <a:path extrusionOk="0" h="225742" w="652843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39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rect b="b" l="l" r="r" t="t"/>
                <a:pathLst>
                  <a:path extrusionOk="0" h="151161" w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74" name="Google Shape;574;p39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575" name="Google Shape;575;p39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rect b="b" l="l" r="r" t="t"/>
                  <a:pathLst>
                    <a:path extrusionOk="0" h="20383" w="332041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6" name="Google Shape;576;p39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rect b="b" l="l" r="r" t="t"/>
                  <a:pathLst>
                    <a:path extrusionOk="0" h="20383" w="290322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7" name="Google Shape;577;p39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rect b="b" l="l" r="r" t="t"/>
                  <a:pathLst>
                    <a:path extrusionOk="0" h="20383" w="303942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8" name="Google Shape;578;p39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rect b="b" l="l" r="r" t="t"/>
                  <a:pathLst>
                    <a:path extrusionOk="0" h="20383" w="171545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79" name="Google Shape;579;p39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580" name="Google Shape;580;p39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581" name="Google Shape;581;p39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rect b="b" l="l" r="r" t="t"/>
                  <a:pathLst>
                    <a:path extrusionOk="0" h="225742" w="652843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2" name="Google Shape;582;p39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rect b="b" l="l" r="r" t="t"/>
                  <a:pathLst>
                    <a:path extrusionOk="0" h="151161" w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83" name="Google Shape;583;p39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584" name="Google Shape;584;p39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rect b="b" l="l" r="r" t="t"/>
                    <a:pathLst>
                      <a:path extrusionOk="0" h="20383" w="280034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5" name="Google Shape;585;p39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rect b="b" l="l" r="r" t="t"/>
                    <a:pathLst>
                      <a:path extrusionOk="0" h="20383" w="20507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6" name="Google Shape;586;p39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rect b="b" l="l" r="r" t="t"/>
                    <a:pathLst>
                      <a:path extrusionOk="0" h="20383" w="332041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7" name="Google Shape;587;p39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rect b="b" l="l" r="r" t="t"/>
                    <a:pathLst>
                      <a:path extrusionOk="0" h="20383" w="171545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88" name="Google Shape;588;p39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rect b="b" l="l" r="r" t="t"/>
                <a:pathLst>
                  <a:path extrusionOk="0" h="60632" w="50734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9" name="Google Shape;589;p39"/>
            <p:cNvGrpSpPr/>
            <p:nvPr/>
          </p:nvGrpSpPr>
          <p:grpSpPr>
            <a:xfrm>
              <a:off x="8756326" y="539537"/>
              <a:ext cx="173370" cy="112690"/>
              <a:chOff x="7816120" y="4892994"/>
              <a:chExt cx="123062" cy="79990"/>
            </a:xfrm>
          </p:grpSpPr>
          <p:grpSp>
            <p:nvGrpSpPr>
              <p:cNvPr id="590" name="Google Shape;590;p39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591" name="Google Shape;591;p39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rect b="b" l="l" r="r" t="t"/>
                  <a:pathLst>
                    <a:path extrusionOk="0" h="63817" w="123062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2" name="Google Shape;592;p39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rect b="b" l="l" r="r" t="t"/>
                  <a:pathLst>
                    <a:path extrusionOk="0" h="39243" w="39242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3" name="Google Shape;593;p39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rect b="b" l="l" r="r" t="t"/>
                <a:pathLst>
                  <a:path extrusionOk="0" h="9715" w="103346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94" name="Google Shape;594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0"/>
          <p:cNvSpPr txBox="1"/>
          <p:nvPr>
            <p:ph type="title"/>
          </p:nvPr>
        </p:nvSpPr>
        <p:spPr>
          <a:xfrm>
            <a:off x="798388" y="2997571"/>
            <a:ext cx="34926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7" name="Google Shape;597;p40"/>
          <p:cNvSpPr txBox="1"/>
          <p:nvPr>
            <p:ph idx="1" type="subTitle"/>
          </p:nvPr>
        </p:nvSpPr>
        <p:spPr>
          <a:xfrm>
            <a:off x="798388" y="3772215"/>
            <a:ext cx="34926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98" name="Google Shape;598;p40"/>
          <p:cNvSpPr txBox="1"/>
          <p:nvPr>
            <p:ph idx="2" type="title"/>
          </p:nvPr>
        </p:nvSpPr>
        <p:spPr>
          <a:xfrm>
            <a:off x="2825700" y="1029535"/>
            <a:ext cx="34926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9" name="Google Shape;599;p40"/>
          <p:cNvSpPr txBox="1"/>
          <p:nvPr>
            <p:ph idx="3" type="subTitle"/>
          </p:nvPr>
        </p:nvSpPr>
        <p:spPr>
          <a:xfrm>
            <a:off x="2825700" y="1804473"/>
            <a:ext cx="34926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600" name="Google Shape;600;p40"/>
          <p:cNvSpPr txBox="1"/>
          <p:nvPr>
            <p:ph idx="4" type="title"/>
          </p:nvPr>
        </p:nvSpPr>
        <p:spPr>
          <a:xfrm>
            <a:off x="4853013" y="2997571"/>
            <a:ext cx="34926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1" name="Google Shape;601;p40"/>
          <p:cNvSpPr txBox="1"/>
          <p:nvPr>
            <p:ph idx="5" type="subTitle"/>
          </p:nvPr>
        </p:nvSpPr>
        <p:spPr>
          <a:xfrm>
            <a:off x="4853013" y="3772215"/>
            <a:ext cx="34926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602" name="Google Shape;602;p40"/>
          <p:cNvSpPr/>
          <p:nvPr/>
        </p:nvSpPr>
        <p:spPr>
          <a:xfrm rot="-5710536">
            <a:off x="-1869285" y="3438573"/>
            <a:ext cx="3168438" cy="230790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40"/>
          <p:cNvSpPr/>
          <p:nvPr/>
        </p:nvSpPr>
        <p:spPr>
          <a:xfrm rot="-294905">
            <a:off x="7350387" y="3903245"/>
            <a:ext cx="3168449" cy="256199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07" name="Google Shape;607;p41"/>
          <p:cNvSpPr/>
          <p:nvPr/>
        </p:nvSpPr>
        <p:spPr>
          <a:xfrm flipH="1" rot="337739">
            <a:off x="8212271" y="3187242"/>
            <a:ext cx="3158465" cy="3518480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8" name="Google Shape;608;p41"/>
          <p:cNvGrpSpPr/>
          <p:nvPr/>
        </p:nvGrpSpPr>
        <p:grpSpPr>
          <a:xfrm>
            <a:off x="90200" y="4214393"/>
            <a:ext cx="516117" cy="779220"/>
            <a:chOff x="10572463" y="3528536"/>
            <a:chExt cx="580168" cy="875823"/>
          </a:xfrm>
        </p:grpSpPr>
        <p:grpSp>
          <p:nvGrpSpPr>
            <p:cNvPr id="609" name="Google Shape;609;p41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610" name="Google Shape;610;p41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11" name="Google Shape;611;p41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612" name="Google Shape;612;p41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" name="Google Shape;613;p41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4" name="Google Shape;614;p41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5" name="Google Shape;615;p41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6" name="Google Shape;616;p41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" name="Google Shape;617;p41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18" name="Google Shape;618;p41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619" name="Google Shape;619;p41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" name="Google Shape;620;p41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" name="Google Shape;621;p41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2" name="Google Shape;622;p41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23" name="Google Shape;623;p41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4" name="Google Shape;624;p41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625" name="Google Shape;625;p41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26" name="Google Shape;626;p41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627" name="Google Shape;627;p41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8" name="Google Shape;628;p41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9" name="Google Shape;629;p41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0" name="Google Shape;630;p41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1" name="Google Shape;631;p41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2" name="Google Shape;632;p41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33" name="Google Shape;633;p41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634" name="Google Shape;634;p41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5" name="Google Shape;635;p41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6" name="Google Shape;636;p41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7" name="Google Shape;637;p41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38" name="Google Shape;638;p41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39" name="Google Shape;639;p41"/>
          <p:cNvSpPr/>
          <p:nvPr/>
        </p:nvSpPr>
        <p:spPr>
          <a:xfrm flipH="1" rot="-3657034">
            <a:off x="-1404232" y="-737971"/>
            <a:ext cx="2746020" cy="162787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0" name="Google Shape;640;p41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641" name="Google Shape;641;p41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642" name="Google Shape;642;p41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43" name="Google Shape;643;p41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644" name="Google Shape;644;p41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5" name="Google Shape;645;p41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6" name="Google Shape;646;p41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47" name="Google Shape;647;p41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648" name="Google Shape;648;p41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49" name="Google Shape;649;p41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650" name="Google Shape;650;p41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651" name="Google Shape;651;p41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2" name="Google Shape;652;p41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53" name="Google Shape;653;p41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654" name="Google Shape;654;p41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5" name="Google Shape;655;p41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56" name="Google Shape;656;p41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657" name="Google Shape;657;p41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8" name="Google Shape;658;p41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659" name="Google Shape;659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42"/>
          <p:cNvSpPr/>
          <p:nvPr/>
        </p:nvSpPr>
        <p:spPr>
          <a:xfrm flipH="1" rot="9076707">
            <a:off x="7972821" y="-586852"/>
            <a:ext cx="1683799" cy="167281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63" name="Google Shape;663;p42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664" name="Google Shape;664;p42"/>
            <p:cNvSpPr/>
            <p:nvPr/>
          </p:nvSpPr>
          <p:spPr>
            <a:xfrm>
              <a:off x="7385113" y="1535430"/>
              <a:ext cx="435673" cy="541115"/>
            </a:xfrm>
            <a:custGeom>
              <a:rect b="b" l="l" r="r" t="t"/>
              <a:pathLst>
                <a:path extrusionOk="0" h="541115" w="435673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65" name="Google Shape;665;p42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666" name="Google Shape;666;p42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42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42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rect b="b" l="l" r="r" t="t"/>
                <a:pathLst>
                  <a:path extrusionOk="0" h="41529" w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69" name="Google Shape;669;p42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670" name="Google Shape;670;p42"/>
            <p:cNvSpPr/>
            <p:nvPr/>
          </p:nvSpPr>
          <p:spPr>
            <a:xfrm>
              <a:off x="7420451" y="1852041"/>
              <a:ext cx="357473" cy="163258"/>
            </a:xfrm>
            <a:custGeom>
              <a:rect b="b" l="l" r="r" t="t"/>
              <a:pathLst>
                <a:path extrusionOk="0" h="163258" w="357473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42"/>
            <p:cNvSpPr/>
            <p:nvPr/>
          </p:nvSpPr>
          <p:spPr>
            <a:xfrm>
              <a:off x="7425594" y="1639728"/>
              <a:ext cx="353948" cy="180117"/>
            </a:xfrm>
            <a:custGeom>
              <a:rect b="b" l="l" r="r" t="t"/>
              <a:pathLst>
                <a:path extrusionOk="0" h="180117" w="353948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2" name="Google Shape;672;p42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673" name="Google Shape;673;p42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674" name="Google Shape;674;p42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42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76" name="Google Shape;676;p42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7" name="Google Shape;677;p42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678" name="Google Shape;678;p42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9" name="Google Shape;679;p42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680" name="Google Shape;680;p42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681" name="Google Shape;681;p42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682" name="Google Shape;682;p42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3" name="Google Shape;683;p42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84" name="Google Shape;684;p42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685" name="Google Shape;685;p42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6" name="Google Shape;686;p42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87" name="Google Shape;687;p42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688" name="Google Shape;688;p42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9" name="Google Shape;689;p42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90" name="Google Shape;690;p42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42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42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3" name="Google Shape;693;p42"/>
          <p:cNvGrpSpPr/>
          <p:nvPr/>
        </p:nvGrpSpPr>
        <p:grpSpPr>
          <a:xfrm flipH="1" rot="5400000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694" name="Google Shape;694;p42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42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42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7" name="Google Shape;697;p42"/>
          <p:cNvSpPr/>
          <p:nvPr/>
        </p:nvSpPr>
        <p:spPr>
          <a:xfrm rot="-532595">
            <a:off x="7984139" y="4422751"/>
            <a:ext cx="1661199" cy="134324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42"/>
          <p:cNvSpPr/>
          <p:nvPr/>
        </p:nvSpPr>
        <p:spPr>
          <a:xfrm flipH="1" rot="-5145822">
            <a:off x="-1235221" y="72085"/>
            <a:ext cx="2404292" cy="131859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43"/>
          <p:cNvSpPr txBox="1"/>
          <p:nvPr>
            <p:ph type="title"/>
          </p:nvPr>
        </p:nvSpPr>
        <p:spPr>
          <a:xfrm>
            <a:off x="2347938" y="997200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8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02" name="Google Shape;702;p43"/>
          <p:cNvSpPr txBox="1"/>
          <p:nvPr>
            <p:ph idx="1" type="subTitle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03" name="Google Shape;703;p43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b="0"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i="0" lang="en" sz="1200" u="sng" cap="none" strike="noStrik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b="1" i="0" lang="en" sz="1200" u="sng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200" u="sng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i="0" sz="1200" u="sng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4" name="Google Shape;704;p43"/>
          <p:cNvSpPr/>
          <p:nvPr/>
        </p:nvSpPr>
        <p:spPr>
          <a:xfrm flipH="1" rot="-2493044">
            <a:off x="-1086706" y="-570280"/>
            <a:ext cx="2902912" cy="234728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43"/>
          <p:cNvSpPr/>
          <p:nvPr/>
        </p:nvSpPr>
        <p:spPr>
          <a:xfrm flipH="1" rot="-5051288">
            <a:off x="7227752" y="3451481"/>
            <a:ext cx="2997828" cy="2576307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43"/>
          <p:cNvSpPr/>
          <p:nvPr/>
        </p:nvSpPr>
        <p:spPr>
          <a:xfrm flipH="1" rot="460638">
            <a:off x="178423" y="3742788"/>
            <a:ext cx="1359611" cy="122255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43"/>
          <p:cNvSpPr/>
          <p:nvPr/>
        </p:nvSpPr>
        <p:spPr>
          <a:xfrm flipH="1" rot="460623">
            <a:off x="6683138" y="-2074210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4"/>
          <p:cNvSpPr/>
          <p:nvPr/>
        </p:nvSpPr>
        <p:spPr>
          <a:xfrm flipH="1" rot="-1900174">
            <a:off x="-500059" y="-436065"/>
            <a:ext cx="1729608" cy="139855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44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44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44"/>
          <p:cNvSpPr/>
          <p:nvPr/>
        </p:nvSpPr>
        <p:spPr>
          <a:xfrm flipH="1" rot="531593">
            <a:off x="-1222788" y="3829381"/>
            <a:ext cx="2902962" cy="234732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4" name="Google Shape;714;p44"/>
          <p:cNvGrpSpPr/>
          <p:nvPr/>
        </p:nvGrpSpPr>
        <p:grpSpPr>
          <a:xfrm>
            <a:off x="7931872" y="177093"/>
            <a:ext cx="997824" cy="737095"/>
            <a:chOff x="7931872" y="177093"/>
            <a:chExt cx="997824" cy="737095"/>
          </a:xfrm>
        </p:grpSpPr>
        <p:grpSp>
          <p:nvGrpSpPr>
            <p:cNvPr id="715" name="Google Shape;715;p44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716" name="Google Shape;716;p44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rect b="b" l="l" r="r" t="t"/>
                <a:pathLst>
                  <a:path extrusionOk="0" h="225742" w="652843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44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rect b="b" l="l" r="r" t="t"/>
                <a:pathLst>
                  <a:path extrusionOk="0" h="151161" w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18" name="Google Shape;718;p44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719" name="Google Shape;719;p44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rect b="b" l="l" r="r" t="t"/>
                  <a:pathLst>
                    <a:path extrusionOk="0" h="20383" w="332041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0" name="Google Shape;720;p44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rect b="b" l="l" r="r" t="t"/>
                  <a:pathLst>
                    <a:path extrusionOk="0" h="20383" w="290322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1" name="Google Shape;721;p44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rect b="b" l="l" r="r" t="t"/>
                  <a:pathLst>
                    <a:path extrusionOk="0" h="20383" w="303942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2" name="Google Shape;722;p44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rect b="b" l="l" r="r" t="t"/>
                  <a:pathLst>
                    <a:path extrusionOk="0" h="20383" w="171545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23" name="Google Shape;723;p44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724" name="Google Shape;724;p44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725" name="Google Shape;725;p44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rect b="b" l="l" r="r" t="t"/>
                  <a:pathLst>
                    <a:path extrusionOk="0" h="225742" w="652843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6" name="Google Shape;726;p44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rect b="b" l="l" r="r" t="t"/>
                  <a:pathLst>
                    <a:path extrusionOk="0" h="151161" w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27" name="Google Shape;727;p44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728" name="Google Shape;728;p44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rect b="b" l="l" r="r" t="t"/>
                    <a:pathLst>
                      <a:path extrusionOk="0" h="20383" w="280034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9" name="Google Shape;729;p44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rect b="b" l="l" r="r" t="t"/>
                    <a:pathLst>
                      <a:path extrusionOk="0" h="20383" w="20507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0" name="Google Shape;730;p44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rect b="b" l="l" r="r" t="t"/>
                    <a:pathLst>
                      <a:path extrusionOk="0" h="20383" w="332041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1" name="Google Shape;731;p44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rect b="b" l="l" r="r" t="t"/>
                    <a:pathLst>
                      <a:path extrusionOk="0" h="20383" w="171545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32" name="Google Shape;732;p44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rect b="b" l="l" r="r" t="t"/>
                <a:pathLst>
                  <a:path extrusionOk="0" h="60632" w="50734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3" name="Google Shape;733;p44"/>
            <p:cNvGrpSpPr/>
            <p:nvPr/>
          </p:nvGrpSpPr>
          <p:grpSpPr>
            <a:xfrm>
              <a:off x="8756326" y="539537"/>
              <a:ext cx="173370" cy="112690"/>
              <a:chOff x="7816120" y="4892994"/>
              <a:chExt cx="123062" cy="79990"/>
            </a:xfrm>
          </p:grpSpPr>
          <p:grpSp>
            <p:nvGrpSpPr>
              <p:cNvPr id="734" name="Google Shape;734;p44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735" name="Google Shape;735;p44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rect b="b" l="l" r="r" t="t"/>
                  <a:pathLst>
                    <a:path extrusionOk="0" h="63817" w="123062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6" name="Google Shape;736;p44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rect b="b" l="l" r="r" t="t"/>
                  <a:pathLst>
                    <a:path extrusionOk="0" h="39243" w="39242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37" name="Google Shape;737;p44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rect b="b" l="l" r="r" t="t"/>
                <a:pathLst>
                  <a:path extrusionOk="0" h="9715" w="103346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38" name="Google Shape;738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45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45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2" name="Google Shape;742;p45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743" name="Google Shape;743;p45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744" name="Google Shape;744;p45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45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" name="Google Shape;746;p45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7" name="Google Shape;747;p45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8" name="Google Shape;748;p45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749" name="Google Shape;749;p45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750" name="Google Shape;750;p45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51" name="Google Shape;751;p45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752" name="Google Shape;752;p45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3" name="Google Shape;753;p45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4" name="Google Shape;754;p45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55" name="Google Shape;755;p45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756" name="Google Shape;756;p45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57" name="Google Shape;757;p45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758" name="Google Shape;758;p45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759" name="Google Shape;759;p45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0" name="Google Shape;760;p45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61" name="Google Shape;761;p45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762" name="Google Shape;762;p45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3" name="Google Shape;763;p45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64" name="Google Shape;764;p45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765" name="Google Shape;765;p45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6" name="Google Shape;766;p45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767" name="Google Shape;767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gradFill>
          <a:gsLst>
            <a:gs pos="0">
              <a:schemeClr val="accent1"/>
            </a:gs>
            <a:gs pos="63000">
              <a:srgbClr val="194175"/>
            </a:gs>
            <a:gs pos="100000">
              <a:schemeClr val="accent2"/>
            </a:gs>
          </a:gsLst>
          <a:lin ang="8099331" scaled="0"/>
        </a:gradFill>
      </p:bgPr>
    </p:bg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3" name="Google Shape;773;p21"/>
          <p:cNvGrpSpPr/>
          <p:nvPr/>
        </p:nvGrpSpPr>
        <p:grpSpPr>
          <a:xfrm flipH="1">
            <a:off x="-76200" y="-76200"/>
            <a:ext cx="9322342" cy="5304782"/>
            <a:chOff x="-76200" y="-76200"/>
            <a:chExt cx="9322342" cy="5304782"/>
          </a:xfrm>
        </p:grpSpPr>
        <p:sp>
          <p:nvSpPr>
            <p:cNvPr id="774" name="Google Shape;774;p21"/>
            <p:cNvSpPr/>
            <p:nvPr/>
          </p:nvSpPr>
          <p:spPr>
            <a:xfrm>
              <a:off x="7367425" y="2903175"/>
              <a:ext cx="1852769" cy="2325407"/>
            </a:xfrm>
            <a:custGeom>
              <a:rect b="b" l="l" r="r" t="t"/>
              <a:pathLst>
                <a:path extrusionOk="0" h="68069" w="54234">
                  <a:moveTo>
                    <a:pt x="34553" y="2906"/>
                  </a:moveTo>
                  <a:lnTo>
                    <a:pt x="1" y="67866"/>
                  </a:lnTo>
                  <a:lnTo>
                    <a:pt x="54234" y="68068"/>
                  </a:lnTo>
                  <a:lnTo>
                    <a:pt x="54234" y="0"/>
                  </a:lnTo>
                  <a:lnTo>
                    <a:pt x="39399" y="0"/>
                  </a:lnTo>
                  <a:cubicBezTo>
                    <a:pt x="37363" y="0"/>
                    <a:pt x="35505" y="1120"/>
                    <a:pt x="34553" y="2906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21"/>
            <p:cNvSpPr/>
            <p:nvPr/>
          </p:nvSpPr>
          <p:spPr>
            <a:xfrm rot="10800000">
              <a:off x="-76200" y="-76200"/>
              <a:ext cx="1852769" cy="2325407"/>
            </a:xfrm>
            <a:custGeom>
              <a:rect b="b" l="l" r="r" t="t"/>
              <a:pathLst>
                <a:path extrusionOk="0" h="68069" w="54234">
                  <a:moveTo>
                    <a:pt x="34553" y="2906"/>
                  </a:moveTo>
                  <a:lnTo>
                    <a:pt x="1" y="67866"/>
                  </a:lnTo>
                  <a:lnTo>
                    <a:pt x="54234" y="68068"/>
                  </a:lnTo>
                  <a:lnTo>
                    <a:pt x="54234" y="0"/>
                  </a:lnTo>
                  <a:lnTo>
                    <a:pt x="39399" y="0"/>
                  </a:lnTo>
                  <a:cubicBezTo>
                    <a:pt x="37363" y="0"/>
                    <a:pt x="35505" y="1120"/>
                    <a:pt x="34553" y="2906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21"/>
            <p:cNvSpPr/>
            <p:nvPr/>
          </p:nvSpPr>
          <p:spPr>
            <a:xfrm>
              <a:off x="-76200" y="-76200"/>
              <a:ext cx="839392" cy="934332"/>
            </a:xfrm>
            <a:custGeom>
              <a:rect b="b" l="l" r="r" t="t"/>
              <a:pathLst>
                <a:path extrusionOk="0" h="15455" w="13884">
                  <a:moveTo>
                    <a:pt x="9037" y="15454"/>
                  </a:moveTo>
                  <a:lnTo>
                    <a:pt x="12335" y="15454"/>
                  </a:lnTo>
                  <a:cubicBezTo>
                    <a:pt x="13276" y="15454"/>
                    <a:pt x="13883" y="14454"/>
                    <a:pt x="13443" y="13633"/>
                  </a:cubicBezTo>
                  <a:lnTo>
                    <a:pt x="6132" y="0"/>
                  </a:lnTo>
                  <a:lnTo>
                    <a:pt x="0" y="0"/>
                  </a:lnTo>
                  <a:lnTo>
                    <a:pt x="7930" y="14799"/>
                  </a:lnTo>
                  <a:cubicBezTo>
                    <a:pt x="8144" y="15204"/>
                    <a:pt x="8573" y="15454"/>
                    <a:pt x="9037" y="15454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21"/>
            <p:cNvSpPr/>
            <p:nvPr/>
          </p:nvSpPr>
          <p:spPr>
            <a:xfrm rot="10800000">
              <a:off x="8406750" y="4294250"/>
              <a:ext cx="839392" cy="934332"/>
            </a:xfrm>
            <a:custGeom>
              <a:rect b="b" l="l" r="r" t="t"/>
              <a:pathLst>
                <a:path extrusionOk="0" h="15455" w="13884">
                  <a:moveTo>
                    <a:pt x="9037" y="15454"/>
                  </a:moveTo>
                  <a:lnTo>
                    <a:pt x="12335" y="15454"/>
                  </a:lnTo>
                  <a:cubicBezTo>
                    <a:pt x="13276" y="15454"/>
                    <a:pt x="13883" y="14454"/>
                    <a:pt x="13443" y="13633"/>
                  </a:cubicBezTo>
                  <a:lnTo>
                    <a:pt x="6132" y="0"/>
                  </a:lnTo>
                  <a:lnTo>
                    <a:pt x="0" y="0"/>
                  </a:lnTo>
                  <a:lnTo>
                    <a:pt x="7930" y="14799"/>
                  </a:lnTo>
                  <a:cubicBezTo>
                    <a:pt x="8144" y="15204"/>
                    <a:pt x="8573" y="15454"/>
                    <a:pt x="9037" y="15454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8" name="Google Shape;778;p21"/>
            <p:cNvCxnSpPr/>
            <p:nvPr/>
          </p:nvCxnSpPr>
          <p:spPr>
            <a:xfrm flipH="1" rot="10800000">
              <a:off x="379975" y="601034"/>
              <a:ext cx="803700" cy="14985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9" name="Google Shape;779;p21"/>
            <p:cNvCxnSpPr/>
            <p:nvPr/>
          </p:nvCxnSpPr>
          <p:spPr>
            <a:xfrm flipH="1" rot="10800000">
              <a:off x="7977050" y="3065509"/>
              <a:ext cx="803700" cy="14985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80" name="Google Shape;780;p21"/>
          <p:cNvSpPr txBox="1"/>
          <p:nvPr>
            <p:ph hasCustomPrompt="1" type="title"/>
          </p:nvPr>
        </p:nvSpPr>
        <p:spPr>
          <a:xfrm>
            <a:off x="1284000" y="1688913"/>
            <a:ext cx="65760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1" name="Google Shape;781;p21"/>
          <p:cNvSpPr txBox="1"/>
          <p:nvPr>
            <p:ph idx="1" type="subTitle"/>
          </p:nvPr>
        </p:nvSpPr>
        <p:spPr>
          <a:xfrm>
            <a:off x="1284000" y="3158488"/>
            <a:ext cx="65760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74"/>
          <p:cNvSpPr txBox="1"/>
          <p:nvPr>
            <p:ph type="ctrTitle"/>
          </p:nvPr>
        </p:nvSpPr>
        <p:spPr>
          <a:xfrm>
            <a:off x="715100" y="808800"/>
            <a:ext cx="6963000" cy="13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b="0" sz="42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85" name="Google Shape;785;p74"/>
          <p:cNvSpPr txBox="1"/>
          <p:nvPr>
            <p:ph idx="1" type="subTitle"/>
          </p:nvPr>
        </p:nvSpPr>
        <p:spPr>
          <a:xfrm>
            <a:off x="715100" y="2153400"/>
            <a:ext cx="43590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600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786" name="Google Shape;786;p7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chemeClr val="accent1"/>
            </a:gs>
            <a:gs pos="63000">
              <a:srgbClr val="194175"/>
            </a:gs>
            <a:gs pos="100000">
              <a:schemeClr val="accent2"/>
            </a:gs>
          </a:gsLst>
          <a:lin ang="8099331" scaled="0"/>
        </a:gradFill>
      </p:bgPr>
    </p:bg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8" name="Google Shape;788;p75"/>
          <p:cNvGrpSpPr/>
          <p:nvPr/>
        </p:nvGrpSpPr>
        <p:grpSpPr>
          <a:xfrm>
            <a:off x="-959475" y="-172250"/>
            <a:ext cx="11032725" cy="5530000"/>
            <a:chOff x="-959475" y="-172250"/>
            <a:chExt cx="11032725" cy="5530000"/>
          </a:xfrm>
        </p:grpSpPr>
        <p:sp>
          <p:nvSpPr>
            <p:cNvPr id="789" name="Google Shape;789;p75"/>
            <p:cNvSpPr/>
            <p:nvPr/>
          </p:nvSpPr>
          <p:spPr>
            <a:xfrm flipH="1">
              <a:off x="-959475" y="3859250"/>
              <a:ext cx="2522400" cy="1498500"/>
            </a:xfrm>
            <a:prstGeom prst="round2DiagRect">
              <a:avLst>
                <a:gd fmla="val 50000" name="adj1"/>
                <a:gd fmla="val 0" name="adj2"/>
              </a:avLst>
            </a:pr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75"/>
            <p:cNvSpPr/>
            <p:nvPr/>
          </p:nvSpPr>
          <p:spPr>
            <a:xfrm flipH="1">
              <a:off x="-92850" y="4262900"/>
              <a:ext cx="3009900" cy="6912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75"/>
            <p:cNvSpPr/>
            <p:nvPr/>
          </p:nvSpPr>
          <p:spPr>
            <a:xfrm flipH="1" rot="-5400000">
              <a:off x="82400" y="-466550"/>
              <a:ext cx="1265400" cy="1854000"/>
            </a:xfrm>
            <a:prstGeom prst="round1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75"/>
            <p:cNvSpPr/>
            <p:nvPr/>
          </p:nvSpPr>
          <p:spPr>
            <a:xfrm flipH="1">
              <a:off x="7063350" y="189400"/>
              <a:ext cx="3009900" cy="6912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75"/>
            <p:cNvSpPr/>
            <p:nvPr/>
          </p:nvSpPr>
          <p:spPr>
            <a:xfrm flipH="1">
              <a:off x="7891375" y="3436250"/>
              <a:ext cx="1311600" cy="1921500"/>
            </a:xfrm>
            <a:prstGeom prst="round1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4" name="Google Shape;794;p75"/>
          <p:cNvSpPr txBox="1"/>
          <p:nvPr>
            <p:ph type="title"/>
          </p:nvPr>
        </p:nvSpPr>
        <p:spPr>
          <a:xfrm>
            <a:off x="3473250" y="1707250"/>
            <a:ext cx="4360200" cy="11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95" name="Google Shape;795;p75"/>
          <p:cNvSpPr txBox="1"/>
          <p:nvPr>
            <p:ph idx="2" type="title"/>
          </p:nvPr>
        </p:nvSpPr>
        <p:spPr>
          <a:xfrm>
            <a:off x="1562925" y="1960082"/>
            <a:ext cx="1714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5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796" name="Google Shape;796;p75"/>
          <p:cNvSpPr txBox="1"/>
          <p:nvPr>
            <p:ph idx="1" type="subTitle"/>
          </p:nvPr>
        </p:nvSpPr>
        <p:spPr>
          <a:xfrm>
            <a:off x="3473250" y="3001250"/>
            <a:ext cx="43602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97" name="Google Shape;797;p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9" name="Google Shape;799;p76"/>
          <p:cNvGrpSpPr/>
          <p:nvPr/>
        </p:nvGrpSpPr>
        <p:grpSpPr>
          <a:xfrm>
            <a:off x="0" y="247559"/>
            <a:ext cx="9805025" cy="5052141"/>
            <a:chOff x="0" y="247559"/>
            <a:chExt cx="9805025" cy="5052141"/>
          </a:xfrm>
        </p:grpSpPr>
        <p:sp>
          <p:nvSpPr>
            <p:cNvPr id="800" name="Google Shape;800;p76"/>
            <p:cNvSpPr/>
            <p:nvPr/>
          </p:nvSpPr>
          <p:spPr>
            <a:xfrm flipH="1">
              <a:off x="6795125" y="4608500"/>
              <a:ext cx="3009900" cy="6912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01" name="Google Shape;801;p76"/>
            <p:cNvCxnSpPr/>
            <p:nvPr/>
          </p:nvCxnSpPr>
          <p:spPr>
            <a:xfrm>
              <a:off x="0" y="247559"/>
              <a:ext cx="1577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02" name="Google Shape;802;p76"/>
            <p:cNvSpPr/>
            <p:nvPr/>
          </p:nvSpPr>
          <p:spPr>
            <a:xfrm>
              <a:off x="8076775" y="4041350"/>
              <a:ext cx="1623254" cy="771653"/>
            </a:xfrm>
            <a:custGeom>
              <a:rect b="b" l="l" r="r" t="t"/>
              <a:pathLst>
                <a:path extrusionOk="0" h="10347" w="21766">
                  <a:moveTo>
                    <a:pt x="4787" y="1417"/>
                  </a:moveTo>
                  <a:lnTo>
                    <a:pt x="1" y="10347"/>
                  </a:lnTo>
                  <a:lnTo>
                    <a:pt x="16217" y="10347"/>
                  </a:lnTo>
                  <a:lnTo>
                    <a:pt x="21765" y="0"/>
                  </a:lnTo>
                  <a:lnTo>
                    <a:pt x="7156" y="0"/>
                  </a:lnTo>
                  <a:cubicBezTo>
                    <a:pt x="6168" y="0"/>
                    <a:pt x="5251" y="548"/>
                    <a:pt x="4787" y="1417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3" name="Google Shape;803;p76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5908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AutoNum type="arabicPeriod"/>
              <a:defRPr>
                <a:solidFill>
                  <a:srgbClr val="434343"/>
                </a:solidFill>
              </a:defRPr>
            </a:lvl1pPr>
            <a:lvl2pPr indent="-25908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25908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25908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259079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259079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259079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259079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259079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04" name="Google Shape;804;p76"/>
          <p:cNvSpPr txBox="1"/>
          <p:nvPr>
            <p:ph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805" name="Google Shape;805;p7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7" name="Google Shape;807;p77"/>
          <p:cNvGrpSpPr/>
          <p:nvPr/>
        </p:nvGrpSpPr>
        <p:grpSpPr>
          <a:xfrm>
            <a:off x="-518450" y="0"/>
            <a:ext cx="10143950" cy="5178025"/>
            <a:chOff x="-518450" y="0"/>
            <a:chExt cx="10143950" cy="5178025"/>
          </a:xfrm>
        </p:grpSpPr>
        <p:sp>
          <p:nvSpPr>
            <p:cNvPr id="808" name="Google Shape;808;p77"/>
            <p:cNvSpPr/>
            <p:nvPr/>
          </p:nvSpPr>
          <p:spPr>
            <a:xfrm>
              <a:off x="7610975" y="0"/>
              <a:ext cx="1786242" cy="1144831"/>
            </a:xfrm>
            <a:custGeom>
              <a:rect b="b" l="l" r="r" t="t"/>
              <a:pathLst>
                <a:path extrusionOk="0" h="16087" w="25100">
                  <a:moveTo>
                    <a:pt x="1013" y="4144"/>
                  </a:moveTo>
                  <a:lnTo>
                    <a:pt x="6740" y="14824"/>
                  </a:lnTo>
                  <a:cubicBezTo>
                    <a:pt x="7156" y="15610"/>
                    <a:pt x="7966" y="16086"/>
                    <a:pt x="8859" y="16086"/>
                  </a:cubicBezTo>
                  <a:lnTo>
                    <a:pt x="25099" y="16086"/>
                  </a:lnTo>
                  <a:lnTo>
                    <a:pt x="25099" y="1"/>
                  </a:lnTo>
                  <a:lnTo>
                    <a:pt x="3513" y="1"/>
                  </a:lnTo>
                  <a:cubicBezTo>
                    <a:pt x="1370" y="1"/>
                    <a:pt x="1" y="2263"/>
                    <a:pt x="1013" y="4144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77"/>
            <p:cNvSpPr/>
            <p:nvPr/>
          </p:nvSpPr>
          <p:spPr>
            <a:xfrm flipH="1">
              <a:off x="8260448" y="1021150"/>
              <a:ext cx="1136777" cy="306906"/>
            </a:xfrm>
            <a:custGeom>
              <a:rect b="b" l="l" r="r" t="t"/>
              <a:pathLst>
                <a:path extrusionOk="0" h="6037" w="22361">
                  <a:moveTo>
                    <a:pt x="19337" y="6037"/>
                  </a:moveTo>
                  <a:lnTo>
                    <a:pt x="3025" y="6037"/>
                  </a:lnTo>
                  <a:cubicBezTo>
                    <a:pt x="1358" y="6037"/>
                    <a:pt x="1" y="4679"/>
                    <a:pt x="1" y="3013"/>
                  </a:cubicBezTo>
                  <a:lnTo>
                    <a:pt x="1" y="3013"/>
                  </a:lnTo>
                  <a:cubicBezTo>
                    <a:pt x="1" y="1346"/>
                    <a:pt x="1358" y="0"/>
                    <a:pt x="3025" y="0"/>
                  </a:cubicBezTo>
                  <a:lnTo>
                    <a:pt x="19337" y="0"/>
                  </a:lnTo>
                  <a:cubicBezTo>
                    <a:pt x="21004" y="0"/>
                    <a:pt x="22361" y="1346"/>
                    <a:pt x="22361" y="3013"/>
                  </a:cubicBezTo>
                  <a:lnTo>
                    <a:pt x="22361" y="3013"/>
                  </a:lnTo>
                  <a:cubicBezTo>
                    <a:pt x="22361" y="4679"/>
                    <a:pt x="21004" y="6037"/>
                    <a:pt x="19337" y="6037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77"/>
            <p:cNvSpPr/>
            <p:nvPr/>
          </p:nvSpPr>
          <p:spPr>
            <a:xfrm flipH="1">
              <a:off x="8488723" y="1234875"/>
              <a:ext cx="1136777" cy="306906"/>
            </a:xfrm>
            <a:custGeom>
              <a:rect b="b" l="l" r="r" t="t"/>
              <a:pathLst>
                <a:path extrusionOk="0" h="6037" w="22361">
                  <a:moveTo>
                    <a:pt x="19337" y="6037"/>
                  </a:moveTo>
                  <a:lnTo>
                    <a:pt x="3025" y="6037"/>
                  </a:lnTo>
                  <a:cubicBezTo>
                    <a:pt x="1358" y="6037"/>
                    <a:pt x="1" y="4679"/>
                    <a:pt x="1" y="3013"/>
                  </a:cubicBezTo>
                  <a:lnTo>
                    <a:pt x="1" y="3013"/>
                  </a:lnTo>
                  <a:cubicBezTo>
                    <a:pt x="1" y="1346"/>
                    <a:pt x="1358" y="0"/>
                    <a:pt x="3025" y="0"/>
                  </a:cubicBezTo>
                  <a:lnTo>
                    <a:pt x="19337" y="0"/>
                  </a:lnTo>
                  <a:cubicBezTo>
                    <a:pt x="21004" y="0"/>
                    <a:pt x="22361" y="1346"/>
                    <a:pt x="22361" y="3013"/>
                  </a:cubicBezTo>
                  <a:lnTo>
                    <a:pt x="22361" y="3013"/>
                  </a:lnTo>
                  <a:cubicBezTo>
                    <a:pt x="22361" y="4679"/>
                    <a:pt x="21004" y="6037"/>
                    <a:pt x="19337" y="603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63000">
                  <a:srgbClr val="194175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77"/>
            <p:cNvSpPr/>
            <p:nvPr/>
          </p:nvSpPr>
          <p:spPr>
            <a:xfrm flipH="1">
              <a:off x="-518450" y="3502225"/>
              <a:ext cx="986100" cy="1675800"/>
            </a:xfrm>
            <a:prstGeom prst="round2SameRect">
              <a:avLst>
                <a:gd fmla="val 16667" name="adj1"/>
                <a:gd fmla="val 0" name="adj2"/>
              </a:avLst>
            </a:prstGeom>
            <a:gradFill>
              <a:gsLst>
                <a:gs pos="0">
                  <a:schemeClr val="accent1"/>
                </a:gs>
                <a:gs pos="63000">
                  <a:srgbClr val="194175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2" name="Google Shape;812;p77"/>
          <p:cNvSpPr txBox="1"/>
          <p:nvPr>
            <p:ph idx="1" type="subTitle"/>
          </p:nvPr>
        </p:nvSpPr>
        <p:spPr>
          <a:xfrm>
            <a:off x="1349825" y="2941800"/>
            <a:ext cx="24633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b="1" sz="2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13" name="Google Shape;813;p77"/>
          <p:cNvSpPr txBox="1"/>
          <p:nvPr>
            <p:ph idx="2" type="subTitle"/>
          </p:nvPr>
        </p:nvSpPr>
        <p:spPr>
          <a:xfrm>
            <a:off x="5330825" y="2941800"/>
            <a:ext cx="24633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b="1" sz="2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14" name="Google Shape;814;p77"/>
          <p:cNvSpPr txBox="1"/>
          <p:nvPr>
            <p:ph idx="3" type="subTitle"/>
          </p:nvPr>
        </p:nvSpPr>
        <p:spPr>
          <a:xfrm>
            <a:off x="1349925" y="3408650"/>
            <a:ext cx="24633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15" name="Google Shape;815;p77"/>
          <p:cNvSpPr txBox="1"/>
          <p:nvPr>
            <p:ph idx="4" type="subTitle"/>
          </p:nvPr>
        </p:nvSpPr>
        <p:spPr>
          <a:xfrm>
            <a:off x="5330825" y="3408650"/>
            <a:ext cx="24633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16" name="Google Shape;816;p77"/>
          <p:cNvSpPr txBox="1"/>
          <p:nvPr>
            <p:ph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817" name="Google Shape;817;p7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" name="Google Shape;819;p78"/>
          <p:cNvGrpSpPr/>
          <p:nvPr/>
        </p:nvGrpSpPr>
        <p:grpSpPr>
          <a:xfrm>
            <a:off x="-373762" y="-87587"/>
            <a:ext cx="9942450" cy="5327175"/>
            <a:chOff x="-367875" y="0"/>
            <a:chExt cx="9942450" cy="5327175"/>
          </a:xfrm>
        </p:grpSpPr>
        <p:sp>
          <p:nvSpPr>
            <p:cNvPr id="820" name="Google Shape;820;p78"/>
            <p:cNvSpPr/>
            <p:nvPr/>
          </p:nvSpPr>
          <p:spPr>
            <a:xfrm flipH="1">
              <a:off x="8" y="0"/>
              <a:ext cx="1786242" cy="1144831"/>
            </a:xfrm>
            <a:custGeom>
              <a:rect b="b" l="l" r="r" t="t"/>
              <a:pathLst>
                <a:path extrusionOk="0" h="16087" w="25100">
                  <a:moveTo>
                    <a:pt x="1013" y="4144"/>
                  </a:moveTo>
                  <a:lnTo>
                    <a:pt x="6740" y="14824"/>
                  </a:lnTo>
                  <a:cubicBezTo>
                    <a:pt x="7156" y="15610"/>
                    <a:pt x="7966" y="16086"/>
                    <a:pt x="8859" y="16086"/>
                  </a:cubicBezTo>
                  <a:lnTo>
                    <a:pt x="25099" y="16086"/>
                  </a:lnTo>
                  <a:lnTo>
                    <a:pt x="25099" y="1"/>
                  </a:lnTo>
                  <a:lnTo>
                    <a:pt x="3513" y="1"/>
                  </a:lnTo>
                  <a:cubicBezTo>
                    <a:pt x="1370" y="1"/>
                    <a:pt x="1" y="2263"/>
                    <a:pt x="1013" y="4144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78"/>
            <p:cNvSpPr/>
            <p:nvPr/>
          </p:nvSpPr>
          <p:spPr>
            <a:xfrm>
              <a:off x="-139600" y="1021150"/>
              <a:ext cx="1136777" cy="306906"/>
            </a:xfrm>
            <a:custGeom>
              <a:rect b="b" l="l" r="r" t="t"/>
              <a:pathLst>
                <a:path extrusionOk="0" h="6037" w="22361">
                  <a:moveTo>
                    <a:pt x="19337" y="6037"/>
                  </a:moveTo>
                  <a:lnTo>
                    <a:pt x="3025" y="6037"/>
                  </a:lnTo>
                  <a:cubicBezTo>
                    <a:pt x="1358" y="6037"/>
                    <a:pt x="1" y="4679"/>
                    <a:pt x="1" y="3013"/>
                  </a:cubicBezTo>
                  <a:lnTo>
                    <a:pt x="1" y="3013"/>
                  </a:lnTo>
                  <a:cubicBezTo>
                    <a:pt x="1" y="1346"/>
                    <a:pt x="1358" y="0"/>
                    <a:pt x="3025" y="0"/>
                  </a:cubicBezTo>
                  <a:lnTo>
                    <a:pt x="19337" y="0"/>
                  </a:lnTo>
                  <a:cubicBezTo>
                    <a:pt x="21004" y="0"/>
                    <a:pt x="22361" y="1346"/>
                    <a:pt x="22361" y="3013"/>
                  </a:cubicBezTo>
                  <a:lnTo>
                    <a:pt x="22361" y="3013"/>
                  </a:lnTo>
                  <a:cubicBezTo>
                    <a:pt x="22361" y="4679"/>
                    <a:pt x="21004" y="6037"/>
                    <a:pt x="19337" y="6037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78"/>
            <p:cNvSpPr/>
            <p:nvPr/>
          </p:nvSpPr>
          <p:spPr>
            <a:xfrm>
              <a:off x="-367875" y="1234875"/>
              <a:ext cx="1136777" cy="306906"/>
            </a:xfrm>
            <a:custGeom>
              <a:rect b="b" l="l" r="r" t="t"/>
              <a:pathLst>
                <a:path extrusionOk="0" h="6037" w="22361">
                  <a:moveTo>
                    <a:pt x="19337" y="6037"/>
                  </a:moveTo>
                  <a:lnTo>
                    <a:pt x="3025" y="6037"/>
                  </a:lnTo>
                  <a:cubicBezTo>
                    <a:pt x="1358" y="6037"/>
                    <a:pt x="1" y="4679"/>
                    <a:pt x="1" y="3013"/>
                  </a:cubicBezTo>
                  <a:lnTo>
                    <a:pt x="1" y="3013"/>
                  </a:lnTo>
                  <a:cubicBezTo>
                    <a:pt x="1" y="1346"/>
                    <a:pt x="1358" y="0"/>
                    <a:pt x="3025" y="0"/>
                  </a:cubicBezTo>
                  <a:lnTo>
                    <a:pt x="19337" y="0"/>
                  </a:lnTo>
                  <a:cubicBezTo>
                    <a:pt x="21004" y="0"/>
                    <a:pt x="22361" y="1346"/>
                    <a:pt x="22361" y="3013"/>
                  </a:cubicBezTo>
                  <a:lnTo>
                    <a:pt x="22361" y="3013"/>
                  </a:lnTo>
                  <a:cubicBezTo>
                    <a:pt x="22361" y="4679"/>
                    <a:pt x="21004" y="6037"/>
                    <a:pt x="19337" y="603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63000">
                  <a:srgbClr val="194175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78"/>
            <p:cNvSpPr/>
            <p:nvPr/>
          </p:nvSpPr>
          <p:spPr>
            <a:xfrm>
              <a:off x="8588475" y="3651375"/>
              <a:ext cx="986100" cy="1675800"/>
            </a:xfrm>
            <a:prstGeom prst="round2SameRect">
              <a:avLst>
                <a:gd fmla="val 16667" name="adj1"/>
                <a:gd fmla="val 0" name="adj2"/>
              </a:avLst>
            </a:pr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4" name="Google Shape;824;p78"/>
          <p:cNvSpPr txBox="1"/>
          <p:nvPr>
            <p:ph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825" name="Google Shape;825;p7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7" name="Google Shape;827;p79"/>
          <p:cNvGrpSpPr/>
          <p:nvPr/>
        </p:nvGrpSpPr>
        <p:grpSpPr>
          <a:xfrm>
            <a:off x="-959475" y="189400"/>
            <a:ext cx="11032725" cy="5528875"/>
            <a:chOff x="-959475" y="189400"/>
            <a:chExt cx="11032725" cy="5528875"/>
          </a:xfrm>
        </p:grpSpPr>
        <p:sp>
          <p:nvSpPr>
            <p:cNvPr id="828" name="Google Shape;828;p79"/>
            <p:cNvSpPr/>
            <p:nvPr/>
          </p:nvSpPr>
          <p:spPr>
            <a:xfrm>
              <a:off x="7550850" y="3859250"/>
              <a:ext cx="2522400" cy="1498500"/>
            </a:xfrm>
            <a:prstGeom prst="round2DiagRect">
              <a:avLst>
                <a:gd fmla="val 50000" name="adj1"/>
                <a:gd fmla="val 0" name="adj2"/>
              </a:avLst>
            </a:pr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79"/>
            <p:cNvSpPr/>
            <p:nvPr/>
          </p:nvSpPr>
          <p:spPr>
            <a:xfrm>
              <a:off x="-959475" y="189400"/>
              <a:ext cx="3009900" cy="6912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79"/>
            <p:cNvSpPr/>
            <p:nvPr/>
          </p:nvSpPr>
          <p:spPr>
            <a:xfrm>
              <a:off x="-238300" y="4321475"/>
              <a:ext cx="953400" cy="1396800"/>
            </a:xfrm>
            <a:prstGeom prst="round1Rect">
              <a:avLst>
                <a:gd fmla="val 50000" name="adj"/>
              </a:avLst>
            </a:prstGeom>
            <a:gradFill>
              <a:gsLst>
                <a:gs pos="0">
                  <a:schemeClr val="accent1"/>
                </a:gs>
                <a:gs pos="63000">
                  <a:srgbClr val="194175"/>
                </a:gs>
                <a:gs pos="100000">
                  <a:schemeClr val="accent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1" name="Google Shape;831;p79"/>
          <p:cNvSpPr txBox="1"/>
          <p:nvPr>
            <p:ph idx="1" type="body"/>
          </p:nvPr>
        </p:nvSpPr>
        <p:spPr>
          <a:xfrm>
            <a:off x="715050" y="2251125"/>
            <a:ext cx="4122300" cy="19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●"/>
              <a:defRPr sz="1600">
                <a:solidFill>
                  <a:srgbClr val="434343"/>
                </a:solidFill>
              </a:defRPr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○"/>
              <a:defRPr>
                <a:solidFill>
                  <a:srgbClr val="434343"/>
                </a:solidFill>
              </a:defRPr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■"/>
              <a:defRPr>
                <a:solidFill>
                  <a:srgbClr val="434343"/>
                </a:solidFill>
              </a:defRPr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●"/>
              <a:defRPr>
                <a:solidFill>
                  <a:srgbClr val="434343"/>
                </a:solidFill>
              </a:defRPr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○"/>
              <a:defRPr>
                <a:solidFill>
                  <a:srgbClr val="434343"/>
                </a:solidFill>
              </a:defRPr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■"/>
              <a:defRPr>
                <a:solidFill>
                  <a:srgbClr val="434343"/>
                </a:solidFill>
              </a:defRPr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●"/>
              <a:defRPr>
                <a:solidFill>
                  <a:srgbClr val="434343"/>
                </a:solidFill>
              </a:defRPr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○"/>
              <a:defRPr>
                <a:solidFill>
                  <a:srgbClr val="434343"/>
                </a:solidFill>
              </a:defRPr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32" name="Google Shape;832;p79"/>
          <p:cNvSpPr txBox="1"/>
          <p:nvPr>
            <p:ph type="title"/>
          </p:nvPr>
        </p:nvSpPr>
        <p:spPr>
          <a:xfrm>
            <a:off x="715050" y="988275"/>
            <a:ext cx="4122300" cy="11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833" name="Google Shape;833;p7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gradFill>
          <a:gsLst>
            <a:gs pos="0">
              <a:schemeClr val="accent1"/>
            </a:gs>
            <a:gs pos="63000">
              <a:srgbClr val="194175"/>
            </a:gs>
            <a:gs pos="100000">
              <a:schemeClr val="accent2"/>
            </a:gs>
          </a:gsLst>
          <a:lin ang="8099331" scaled="0"/>
        </a:gradFill>
      </p:bgPr>
    </p:bg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80"/>
          <p:cNvSpPr txBox="1"/>
          <p:nvPr>
            <p:ph type="title"/>
          </p:nvPr>
        </p:nvSpPr>
        <p:spPr>
          <a:xfrm>
            <a:off x="715050" y="1265100"/>
            <a:ext cx="7713900" cy="26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836" name="Google Shape;836;p80"/>
          <p:cNvGrpSpPr/>
          <p:nvPr/>
        </p:nvGrpSpPr>
        <p:grpSpPr>
          <a:xfrm>
            <a:off x="-959475" y="-172250"/>
            <a:ext cx="11032725" cy="5530000"/>
            <a:chOff x="-959475" y="-172250"/>
            <a:chExt cx="11032725" cy="5530000"/>
          </a:xfrm>
        </p:grpSpPr>
        <p:sp>
          <p:nvSpPr>
            <p:cNvPr id="837" name="Google Shape;837;p80"/>
            <p:cNvSpPr/>
            <p:nvPr/>
          </p:nvSpPr>
          <p:spPr>
            <a:xfrm>
              <a:off x="7550850" y="3859250"/>
              <a:ext cx="2522400" cy="14985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80"/>
            <p:cNvSpPr/>
            <p:nvPr/>
          </p:nvSpPr>
          <p:spPr>
            <a:xfrm>
              <a:off x="6196725" y="4262900"/>
              <a:ext cx="3009900" cy="6912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80"/>
            <p:cNvSpPr/>
            <p:nvPr/>
          </p:nvSpPr>
          <p:spPr>
            <a:xfrm rot="5400000">
              <a:off x="7765975" y="-466550"/>
              <a:ext cx="1265400" cy="1854000"/>
            </a:xfrm>
            <a:prstGeom prst="round1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80"/>
            <p:cNvSpPr/>
            <p:nvPr/>
          </p:nvSpPr>
          <p:spPr>
            <a:xfrm>
              <a:off x="-959475" y="189400"/>
              <a:ext cx="3009900" cy="6912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80"/>
            <p:cNvSpPr/>
            <p:nvPr/>
          </p:nvSpPr>
          <p:spPr>
            <a:xfrm>
              <a:off x="-89200" y="3436250"/>
              <a:ext cx="1311600" cy="1921500"/>
            </a:xfrm>
            <a:prstGeom prst="round1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2" name="Google Shape;842;p8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4" name="Google Shape;844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-5400000">
            <a:off x="5185052" y="810537"/>
            <a:ext cx="5423976" cy="3241926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81"/>
          <p:cNvSpPr/>
          <p:nvPr/>
        </p:nvSpPr>
        <p:spPr>
          <a:xfrm rot="10800000">
            <a:off x="7762800" y="-119175"/>
            <a:ext cx="1381200" cy="20235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81"/>
          <p:cNvSpPr/>
          <p:nvPr/>
        </p:nvSpPr>
        <p:spPr>
          <a:xfrm flipH="1" rot="10800000">
            <a:off x="6943304" y="2560037"/>
            <a:ext cx="2200736" cy="2583466"/>
          </a:xfrm>
          <a:custGeom>
            <a:rect b="b" l="l" r="r" t="t"/>
            <a:pathLst>
              <a:path extrusionOk="0" h="35350" w="30112">
                <a:moveTo>
                  <a:pt x="30111" y="0"/>
                </a:moveTo>
                <a:lnTo>
                  <a:pt x="0" y="0"/>
                </a:lnTo>
                <a:lnTo>
                  <a:pt x="17169" y="32016"/>
                </a:lnTo>
                <a:cubicBezTo>
                  <a:pt x="18265" y="34064"/>
                  <a:pt x="20408" y="35350"/>
                  <a:pt x="22753" y="35350"/>
                </a:cubicBezTo>
                <a:lnTo>
                  <a:pt x="30111" y="35350"/>
                </a:lnTo>
                <a:close/>
              </a:path>
            </a:pathLst>
          </a:custGeom>
          <a:gradFill>
            <a:gsLst>
              <a:gs pos="0">
                <a:schemeClr val="accent6"/>
              </a:gs>
              <a:gs pos="100000">
                <a:schemeClr val="accent5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81"/>
          <p:cNvSpPr/>
          <p:nvPr/>
        </p:nvSpPr>
        <p:spPr>
          <a:xfrm>
            <a:off x="6723450" y="3680725"/>
            <a:ext cx="1313592" cy="1462763"/>
          </a:xfrm>
          <a:custGeom>
            <a:rect b="b" l="l" r="r" t="t"/>
            <a:pathLst>
              <a:path extrusionOk="0" h="28957" w="26004">
                <a:moveTo>
                  <a:pt x="16931" y="1"/>
                </a:moveTo>
                <a:cubicBezTo>
                  <a:pt x="16062" y="1"/>
                  <a:pt x="15276" y="477"/>
                  <a:pt x="14871" y="1239"/>
                </a:cubicBezTo>
                <a:lnTo>
                  <a:pt x="0" y="28957"/>
                </a:lnTo>
                <a:lnTo>
                  <a:pt x="11490" y="28957"/>
                </a:lnTo>
                <a:lnTo>
                  <a:pt x="25182" y="3418"/>
                </a:lnTo>
                <a:cubicBezTo>
                  <a:pt x="26003" y="1870"/>
                  <a:pt x="24872" y="1"/>
                  <a:pt x="2311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8" name="Google Shape;848;p81"/>
          <p:cNvCxnSpPr/>
          <p:nvPr/>
        </p:nvCxnSpPr>
        <p:spPr>
          <a:xfrm flipH="1" rot="10800000">
            <a:off x="7027600" y="2440309"/>
            <a:ext cx="803700" cy="1498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9" name="Google Shape;849;p81"/>
          <p:cNvSpPr txBox="1"/>
          <p:nvPr>
            <p:ph type="title"/>
          </p:nvPr>
        </p:nvSpPr>
        <p:spPr>
          <a:xfrm>
            <a:off x="715100" y="1358400"/>
            <a:ext cx="3838200" cy="12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50" name="Google Shape;850;p81"/>
          <p:cNvSpPr txBox="1"/>
          <p:nvPr>
            <p:ph idx="1" type="subTitle"/>
          </p:nvPr>
        </p:nvSpPr>
        <p:spPr>
          <a:xfrm>
            <a:off x="715100" y="2610900"/>
            <a:ext cx="3838200" cy="11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851" name="Google Shape;851;p8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82"/>
          <p:cNvSpPr txBox="1"/>
          <p:nvPr>
            <p:ph type="title"/>
          </p:nvPr>
        </p:nvSpPr>
        <p:spPr>
          <a:xfrm>
            <a:off x="761875" y="535000"/>
            <a:ext cx="3769200" cy="13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854" name="Google Shape;854;p8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8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8" name="Google Shape;858;p84"/>
          <p:cNvGrpSpPr/>
          <p:nvPr/>
        </p:nvGrpSpPr>
        <p:grpSpPr>
          <a:xfrm>
            <a:off x="0" y="0"/>
            <a:ext cx="9169942" cy="5152382"/>
            <a:chOff x="0" y="0"/>
            <a:chExt cx="9169942" cy="5152382"/>
          </a:xfrm>
        </p:grpSpPr>
        <p:sp>
          <p:nvSpPr>
            <p:cNvPr id="859" name="Google Shape;859;p84"/>
            <p:cNvSpPr/>
            <p:nvPr/>
          </p:nvSpPr>
          <p:spPr>
            <a:xfrm>
              <a:off x="7291225" y="2826975"/>
              <a:ext cx="1852769" cy="2325407"/>
            </a:xfrm>
            <a:custGeom>
              <a:rect b="b" l="l" r="r" t="t"/>
              <a:pathLst>
                <a:path extrusionOk="0" h="68069" w="54234">
                  <a:moveTo>
                    <a:pt x="34553" y="2906"/>
                  </a:moveTo>
                  <a:lnTo>
                    <a:pt x="1" y="67866"/>
                  </a:lnTo>
                  <a:lnTo>
                    <a:pt x="54234" y="68068"/>
                  </a:lnTo>
                  <a:lnTo>
                    <a:pt x="54234" y="0"/>
                  </a:lnTo>
                  <a:lnTo>
                    <a:pt x="39399" y="0"/>
                  </a:lnTo>
                  <a:cubicBezTo>
                    <a:pt x="37363" y="0"/>
                    <a:pt x="35505" y="1120"/>
                    <a:pt x="34553" y="2906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84"/>
            <p:cNvSpPr/>
            <p:nvPr/>
          </p:nvSpPr>
          <p:spPr>
            <a:xfrm rot="10800000">
              <a:off x="0" y="0"/>
              <a:ext cx="1852769" cy="2325407"/>
            </a:xfrm>
            <a:custGeom>
              <a:rect b="b" l="l" r="r" t="t"/>
              <a:pathLst>
                <a:path extrusionOk="0" h="68069" w="54234">
                  <a:moveTo>
                    <a:pt x="34553" y="2906"/>
                  </a:moveTo>
                  <a:lnTo>
                    <a:pt x="1" y="67866"/>
                  </a:lnTo>
                  <a:lnTo>
                    <a:pt x="54234" y="68068"/>
                  </a:lnTo>
                  <a:lnTo>
                    <a:pt x="54234" y="0"/>
                  </a:lnTo>
                  <a:lnTo>
                    <a:pt x="39399" y="0"/>
                  </a:lnTo>
                  <a:cubicBezTo>
                    <a:pt x="37363" y="0"/>
                    <a:pt x="35505" y="1120"/>
                    <a:pt x="34553" y="2906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84"/>
            <p:cNvSpPr/>
            <p:nvPr/>
          </p:nvSpPr>
          <p:spPr>
            <a:xfrm>
              <a:off x="0" y="0"/>
              <a:ext cx="839392" cy="934332"/>
            </a:xfrm>
            <a:custGeom>
              <a:rect b="b" l="l" r="r" t="t"/>
              <a:pathLst>
                <a:path extrusionOk="0" h="15455" w="13884">
                  <a:moveTo>
                    <a:pt x="9037" y="15454"/>
                  </a:moveTo>
                  <a:lnTo>
                    <a:pt x="12335" y="15454"/>
                  </a:lnTo>
                  <a:cubicBezTo>
                    <a:pt x="13276" y="15454"/>
                    <a:pt x="13883" y="14454"/>
                    <a:pt x="13443" y="13633"/>
                  </a:cubicBezTo>
                  <a:lnTo>
                    <a:pt x="6132" y="0"/>
                  </a:lnTo>
                  <a:lnTo>
                    <a:pt x="0" y="0"/>
                  </a:lnTo>
                  <a:lnTo>
                    <a:pt x="7930" y="14799"/>
                  </a:lnTo>
                  <a:cubicBezTo>
                    <a:pt x="8144" y="15204"/>
                    <a:pt x="8573" y="15454"/>
                    <a:pt x="9037" y="15454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84"/>
            <p:cNvSpPr/>
            <p:nvPr/>
          </p:nvSpPr>
          <p:spPr>
            <a:xfrm rot="10800000">
              <a:off x="8330550" y="4218050"/>
              <a:ext cx="839392" cy="934332"/>
            </a:xfrm>
            <a:custGeom>
              <a:rect b="b" l="l" r="r" t="t"/>
              <a:pathLst>
                <a:path extrusionOk="0" h="15455" w="13884">
                  <a:moveTo>
                    <a:pt x="9037" y="15454"/>
                  </a:moveTo>
                  <a:lnTo>
                    <a:pt x="12335" y="15454"/>
                  </a:lnTo>
                  <a:cubicBezTo>
                    <a:pt x="13276" y="15454"/>
                    <a:pt x="13883" y="14454"/>
                    <a:pt x="13443" y="13633"/>
                  </a:cubicBezTo>
                  <a:lnTo>
                    <a:pt x="6132" y="0"/>
                  </a:lnTo>
                  <a:lnTo>
                    <a:pt x="0" y="0"/>
                  </a:lnTo>
                  <a:lnTo>
                    <a:pt x="7930" y="14799"/>
                  </a:lnTo>
                  <a:cubicBezTo>
                    <a:pt x="8144" y="15204"/>
                    <a:pt x="8573" y="15454"/>
                    <a:pt x="9037" y="15454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63" name="Google Shape;863;p84"/>
            <p:cNvCxnSpPr/>
            <p:nvPr/>
          </p:nvCxnSpPr>
          <p:spPr>
            <a:xfrm flipH="1" rot="10800000">
              <a:off x="456175" y="677234"/>
              <a:ext cx="803700" cy="14985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4" name="Google Shape;864;p84"/>
            <p:cNvCxnSpPr/>
            <p:nvPr/>
          </p:nvCxnSpPr>
          <p:spPr>
            <a:xfrm flipH="1" rot="10800000">
              <a:off x="7900850" y="2989309"/>
              <a:ext cx="803700" cy="14985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65" name="Google Shape;865;p84"/>
          <p:cNvSpPr txBox="1"/>
          <p:nvPr>
            <p:ph type="title"/>
          </p:nvPr>
        </p:nvSpPr>
        <p:spPr>
          <a:xfrm>
            <a:off x="2751500" y="3088700"/>
            <a:ext cx="36405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66" name="Google Shape;866;p84"/>
          <p:cNvSpPr txBox="1"/>
          <p:nvPr>
            <p:ph idx="1" type="subTitle"/>
          </p:nvPr>
        </p:nvSpPr>
        <p:spPr>
          <a:xfrm>
            <a:off x="837600" y="1522900"/>
            <a:ext cx="74688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67" name="Google Shape;867;p8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9" name="Google Shape;869;p85"/>
          <p:cNvGrpSpPr/>
          <p:nvPr/>
        </p:nvGrpSpPr>
        <p:grpSpPr>
          <a:xfrm>
            <a:off x="-367875" y="0"/>
            <a:ext cx="9993375" cy="5182875"/>
            <a:chOff x="-367875" y="0"/>
            <a:chExt cx="9993375" cy="5182875"/>
          </a:xfrm>
        </p:grpSpPr>
        <p:sp>
          <p:nvSpPr>
            <p:cNvPr id="870" name="Google Shape;870;p85"/>
            <p:cNvSpPr/>
            <p:nvPr/>
          </p:nvSpPr>
          <p:spPr>
            <a:xfrm flipH="1">
              <a:off x="8" y="0"/>
              <a:ext cx="1786242" cy="1144831"/>
            </a:xfrm>
            <a:custGeom>
              <a:rect b="b" l="l" r="r" t="t"/>
              <a:pathLst>
                <a:path extrusionOk="0" h="16087" w="25100">
                  <a:moveTo>
                    <a:pt x="1013" y="4144"/>
                  </a:moveTo>
                  <a:lnTo>
                    <a:pt x="6740" y="14824"/>
                  </a:lnTo>
                  <a:cubicBezTo>
                    <a:pt x="7156" y="15610"/>
                    <a:pt x="7966" y="16086"/>
                    <a:pt x="8859" y="16086"/>
                  </a:cubicBezTo>
                  <a:lnTo>
                    <a:pt x="25099" y="16086"/>
                  </a:lnTo>
                  <a:lnTo>
                    <a:pt x="25099" y="1"/>
                  </a:lnTo>
                  <a:lnTo>
                    <a:pt x="3513" y="1"/>
                  </a:lnTo>
                  <a:cubicBezTo>
                    <a:pt x="1370" y="1"/>
                    <a:pt x="1" y="2263"/>
                    <a:pt x="1013" y="4144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85"/>
            <p:cNvSpPr/>
            <p:nvPr/>
          </p:nvSpPr>
          <p:spPr>
            <a:xfrm>
              <a:off x="-139600" y="1021150"/>
              <a:ext cx="1136777" cy="306906"/>
            </a:xfrm>
            <a:custGeom>
              <a:rect b="b" l="l" r="r" t="t"/>
              <a:pathLst>
                <a:path extrusionOk="0" h="6037" w="22361">
                  <a:moveTo>
                    <a:pt x="19337" y="6037"/>
                  </a:moveTo>
                  <a:lnTo>
                    <a:pt x="3025" y="6037"/>
                  </a:lnTo>
                  <a:cubicBezTo>
                    <a:pt x="1358" y="6037"/>
                    <a:pt x="1" y="4679"/>
                    <a:pt x="1" y="3013"/>
                  </a:cubicBezTo>
                  <a:lnTo>
                    <a:pt x="1" y="3013"/>
                  </a:lnTo>
                  <a:cubicBezTo>
                    <a:pt x="1" y="1346"/>
                    <a:pt x="1358" y="0"/>
                    <a:pt x="3025" y="0"/>
                  </a:cubicBezTo>
                  <a:lnTo>
                    <a:pt x="19337" y="0"/>
                  </a:lnTo>
                  <a:cubicBezTo>
                    <a:pt x="21004" y="0"/>
                    <a:pt x="22361" y="1346"/>
                    <a:pt x="22361" y="3013"/>
                  </a:cubicBezTo>
                  <a:lnTo>
                    <a:pt x="22361" y="3013"/>
                  </a:lnTo>
                  <a:cubicBezTo>
                    <a:pt x="22361" y="4679"/>
                    <a:pt x="21004" y="6037"/>
                    <a:pt x="19337" y="6037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85"/>
            <p:cNvSpPr/>
            <p:nvPr/>
          </p:nvSpPr>
          <p:spPr>
            <a:xfrm>
              <a:off x="-367875" y="1234875"/>
              <a:ext cx="1136777" cy="306906"/>
            </a:xfrm>
            <a:custGeom>
              <a:rect b="b" l="l" r="r" t="t"/>
              <a:pathLst>
                <a:path extrusionOk="0" h="6037" w="22361">
                  <a:moveTo>
                    <a:pt x="19337" y="6037"/>
                  </a:moveTo>
                  <a:lnTo>
                    <a:pt x="3025" y="6037"/>
                  </a:lnTo>
                  <a:cubicBezTo>
                    <a:pt x="1358" y="6037"/>
                    <a:pt x="1" y="4679"/>
                    <a:pt x="1" y="3013"/>
                  </a:cubicBezTo>
                  <a:lnTo>
                    <a:pt x="1" y="3013"/>
                  </a:lnTo>
                  <a:cubicBezTo>
                    <a:pt x="1" y="1346"/>
                    <a:pt x="1358" y="0"/>
                    <a:pt x="3025" y="0"/>
                  </a:cubicBezTo>
                  <a:lnTo>
                    <a:pt x="19337" y="0"/>
                  </a:lnTo>
                  <a:cubicBezTo>
                    <a:pt x="21004" y="0"/>
                    <a:pt x="22361" y="1346"/>
                    <a:pt x="22361" y="3013"/>
                  </a:cubicBezTo>
                  <a:lnTo>
                    <a:pt x="22361" y="3013"/>
                  </a:lnTo>
                  <a:cubicBezTo>
                    <a:pt x="22361" y="4679"/>
                    <a:pt x="21004" y="6037"/>
                    <a:pt x="19337" y="603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63000">
                  <a:srgbClr val="194175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85"/>
            <p:cNvSpPr/>
            <p:nvPr/>
          </p:nvSpPr>
          <p:spPr>
            <a:xfrm>
              <a:off x="8639400" y="3507075"/>
              <a:ext cx="986100" cy="1675800"/>
            </a:xfrm>
            <a:prstGeom prst="round2SameRect">
              <a:avLst>
                <a:gd fmla="val 16667" name="adj1"/>
                <a:gd fmla="val 0" name="adj2"/>
              </a:avLst>
            </a:pr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4" name="Google Shape;874;p85"/>
          <p:cNvSpPr txBox="1"/>
          <p:nvPr>
            <p:ph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875" name="Google Shape;875;p85"/>
          <p:cNvSpPr txBox="1"/>
          <p:nvPr>
            <p:ph idx="1" type="subTitle"/>
          </p:nvPr>
        </p:nvSpPr>
        <p:spPr>
          <a:xfrm>
            <a:off x="715050" y="2013250"/>
            <a:ext cx="3845700" cy="17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○"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■"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●"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○"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■"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●"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○"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■"/>
              <a:defRPr sz="1600"/>
            </a:lvl9pPr>
          </a:lstStyle>
          <a:p/>
        </p:txBody>
      </p:sp>
      <p:sp>
        <p:nvSpPr>
          <p:cNvPr id="876" name="Google Shape;876;p8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86"/>
          <p:cNvSpPr txBox="1"/>
          <p:nvPr>
            <p:ph type="title"/>
          </p:nvPr>
        </p:nvSpPr>
        <p:spPr>
          <a:xfrm>
            <a:off x="720000" y="2730788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79" name="Google Shape;879;p86"/>
          <p:cNvSpPr txBox="1"/>
          <p:nvPr>
            <p:ph idx="1" type="subTitle"/>
          </p:nvPr>
        </p:nvSpPr>
        <p:spPr>
          <a:xfrm>
            <a:off x="720000" y="3258488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0" name="Google Shape;880;p86"/>
          <p:cNvSpPr txBox="1"/>
          <p:nvPr>
            <p:ph idx="2" type="title"/>
          </p:nvPr>
        </p:nvSpPr>
        <p:spPr>
          <a:xfrm>
            <a:off x="3403800" y="2730788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81" name="Google Shape;881;p86"/>
          <p:cNvSpPr txBox="1"/>
          <p:nvPr>
            <p:ph idx="3" type="subTitle"/>
          </p:nvPr>
        </p:nvSpPr>
        <p:spPr>
          <a:xfrm>
            <a:off x="3403800" y="3258488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2" name="Google Shape;882;p86"/>
          <p:cNvSpPr txBox="1"/>
          <p:nvPr>
            <p:ph idx="4" type="title"/>
          </p:nvPr>
        </p:nvSpPr>
        <p:spPr>
          <a:xfrm>
            <a:off x="6087600" y="2730788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83" name="Google Shape;883;p86"/>
          <p:cNvSpPr txBox="1"/>
          <p:nvPr>
            <p:ph idx="5" type="subTitle"/>
          </p:nvPr>
        </p:nvSpPr>
        <p:spPr>
          <a:xfrm>
            <a:off x="6087600" y="3258488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4" name="Google Shape;884;p86"/>
          <p:cNvSpPr txBox="1"/>
          <p:nvPr>
            <p:ph idx="6"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885" name="Google Shape;885;p86"/>
          <p:cNvSpPr/>
          <p:nvPr/>
        </p:nvSpPr>
        <p:spPr>
          <a:xfrm>
            <a:off x="-204000" y="4253900"/>
            <a:ext cx="1820700" cy="1081500"/>
          </a:xfrm>
          <a:prstGeom prst="round2Diag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86"/>
          <p:cNvSpPr/>
          <p:nvPr/>
        </p:nvSpPr>
        <p:spPr>
          <a:xfrm>
            <a:off x="346725" y="4802700"/>
            <a:ext cx="3009900" cy="691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6"/>
              </a:gs>
              <a:gs pos="100000">
                <a:schemeClr val="accent5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86"/>
          <p:cNvSpPr/>
          <p:nvPr/>
        </p:nvSpPr>
        <p:spPr>
          <a:xfrm rot="-5400000">
            <a:off x="7345800" y="594725"/>
            <a:ext cx="3009900" cy="691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86"/>
          <p:cNvSpPr/>
          <p:nvPr/>
        </p:nvSpPr>
        <p:spPr>
          <a:xfrm rot="10800000">
            <a:off x="7761600" y="-861800"/>
            <a:ext cx="953400" cy="13968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1" name="Google Shape;891;p87"/>
          <p:cNvGrpSpPr/>
          <p:nvPr/>
        </p:nvGrpSpPr>
        <p:grpSpPr>
          <a:xfrm>
            <a:off x="-289287" y="-577505"/>
            <a:ext cx="10470662" cy="2356507"/>
            <a:chOff x="-289287" y="-577505"/>
            <a:chExt cx="10470662" cy="2356507"/>
          </a:xfrm>
        </p:grpSpPr>
        <p:sp>
          <p:nvSpPr>
            <p:cNvPr id="892" name="Google Shape;892;p87"/>
            <p:cNvSpPr/>
            <p:nvPr/>
          </p:nvSpPr>
          <p:spPr>
            <a:xfrm flipH="1">
              <a:off x="-227693" y="-82087"/>
              <a:ext cx="1585322" cy="1861089"/>
            </a:xfrm>
            <a:custGeom>
              <a:rect b="b" l="l" r="r" t="t"/>
              <a:pathLst>
                <a:path extrusionOk="0" h="35350" w="30112">
                  <a:moveTo>
                    <a:pt x="30111" y="0"/>
                  </a:moveTo>
                  <a:lnTo>
                    <a:pt x="0" y="0"/>
                  </a:lnTo>
                  <a:lnTo>
                    <a:pt x="17169" y="32016"/>
                  </a:lnTo>
                  <a:cubicBezTo>
                    <a:pt x="18265" y="34064"/>
                    <a:pt x="20408" y="35350"/>
                    <a:pt x="22753" y="35350"/>
                  </a:cubicBezTo>
                  <a:lnTo>
                    <a:pt x="30111" y="3535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87"/>
            <p:cNvSpPr/>
            <p:nvPr/>
          </p:nvSpPr>
          <p:spPr>
            <a:xfrm flipH="1" rot="3397010">
              <a:off x="21768" y="-360169"/>
              <a:ext cx="1298627" cy="1444518"/>
            </a:xfrm>
            <a:custGeom>
              <a:rect b="b" l="l" r="r" t="t"/>
              <a:pathLst>
                <a:path extrusionOk="0" h="15456" w="13895">
                  <a:moveTo>
                    <a:pt x="4846" y="15455"/>
                  </a:moveTo>
                  <a:lnTo>
                    <a:pt x="1548" y="15455"/>
                  </a:lnTo>
                  <a:cubicBezTo>
                    <a:pt x="608" y="15455"/>
                    <a:pt x="0" y="14455"/>
                    <a:pt x="453" y="13634"/>
                  </a:cubicBezTo>
                  <a:lnTo>
                    <a:pt x="7763" y="1"/>
                  </a:lnTo>
                  <a:lnTo>
                    <a:pt x="13895" y="1"/>
                  </a:lnTo>
                  <a:lnTo>
                    <a:pt x="5953" y="14800"/>
                  </a:lnTo>
                  <a:cubicBezTo>
                    <a:pt x="5739" y="15205"/>
                    <a:pt x="5311" y="15455"/>
                    <a:pt x="4846" y="15455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87"/>
            <p:cNvSpPr/>
            <p:nvPr/>
          </p:nvSpPr>
          <p:spPr>
            <a:xfrm>
              <a:off x="8483225" y="0"/>
              <a:ext cx="1698150" cy="459376"/>
            </a:xfrm>
            <a:custGeom>
              <a:rect b="b" l="l" r="r" t="t"/>
              <a:pathLst>
                <a:path extrusionOk="0" h="6049" w="22361">
                  <a:moveTo>
                    <a:pt x="19336" y="6049"/>
                  </a:moveTo>
                  <a:lnTo>
                    <a:pt x="3024" y="6049"/>
                  </a:lnTo>
                  <a:cubicBezTo>
                    <a:pt x="1358" y="6049"/>
                    <a:pt x="0" y="4692"/>
                    <a:pt x="0" y="3025"/>
                  </a:cubicBezTo>
                  <a:lnTo>
                    <a:pt x="0" y="3025"/>
                  </a:lnTo>
                  <a:cubicBezTo>
                    <a:pt x="0" y="1358"/>
                    <a:pt x="1358" y="1"/>
                    <a:pt x="3024" y="1"/>
                  </a:cubicBezTo>
                  <a:lnTo>
                    <a:pt x="19336" y="1"/>
                  </a:lnTo>
                  <a:cubicBezTo>
                    <a:pt x="21003" y="1"/>
                    <a:pt x="22360" y="1358"/>
                    <a:pt x="22360" y="3025"/>
                  </a:cubicBezTo>
                  <a:lnTo>
                    <a:pt x="22360" y="3025"/>
                  </a:lnTo>
                  <a:cubicBezTo>
                    <a:pt x="22360" y="4692"/>
                    <a:pt x="21003" y="6049"/>
                    <a:pt x="19336" y="6049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5" name="Google Shape;895;p87"/>
          <p:cNvSpPr txBox="1"/>
          <p:nvPr>
            <p:ph idx="1" type="subTitle"/>
          </p:nvPr>
        </p:nvSpPr>
        <p:spPr>
          <a:xfrm flipH="1">
            <a:off x="6384382" y="3342550"/>
            <a:ext cx="20445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896" name="Google Shape;896;p87"/>
          <p:cNvSpPr txBox="1"/>
          <p:nvPr>
            <p:ph idx="2" type="subTitle"/>
          </p:nvPr>
        </p:nvSpPr>
        <p:spPr>
          <a:xfrm flipH="1">
            <a:off x="6384382" y="3802000"/>
            <a:ext cx="20445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897" name="Google Shape;897;p87"/>
          <p:cNvSpPr txBox="1"/>
          <p:nvPr>
            <p:ph idx="3" type="subTitle"/>
          </p:nvPr>
        </p:nvSpPr>
        <p:spPr>
          <a:xfrm flipH="1">
            <a:off x="4257657" y="3342538"/>
            <a:ext cx="20445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898" name="Google Shape;898;p87"/>
          <p:cNvSpPr txBox="1"/>
          <p:nvPr>
            <p:ph idx="4" type="subTitle"/>
          </p:nvPr>
        </p:nvSpPr>
        <p:spPr>
          <a:xfrm flipH="1">
            <a:off x="4257657" y="3798525"/>
            <a:ext cx="20445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899" name="Google Shape;899;p87"/>
          <p:cNvSpPr txBox="1"/>
          <p:nvPr>
            <p:ph idx="5" type="subTitle"/>
          </p:nvPr>
        </p:nvSpPr>
        <p:spPr>
          <a:xfrm flipH="1">
            <a:off x="4257657" y="1931275"/>
            <a:ext cx="20445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900" name="Google Shape;900;p87"/>
          <p:cNvSpPr txBox="1"/>
          <p:nvPr>
            <p:ph idx="6" type="subTitle"/>
          </p:nvPr>
        </p:nvSpPr>
        <p:spPr>
          <a:xfrm flipH="1">
            <a:off x="4257657" y="2383800"/>
            <a:ext cx="20445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01" name="Google Shape;901;p87"/>
          <p:cNvSpPr txBox="1"/>
          <p:nvPr>
            <p:ph type="title"/>
          </p:nvPr>
        </p:nvSpPr>
        <p:spPr>
          <a:xfrm>
            <a:off x="4257650" y="358100"/>
            <a:ext cx="4171200" cy="10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902" name="Google Shape;902;p87"/>
          <p:cNvSpPr txBox="1"/>
          <p:nvPr>
            <p:ph idx="7" type="subTitle"/>
          </p:nvPr>
        </p:nvSpPr>
        <p:spPr>
          <a:xfrm>
            <a:off x="4257657" y="2203675"/>
            <a:ext cx="20445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03" name="Google Shape;903;p87"/>
          <p:cNvSpPr txBox="1"/>
          <p:nvPr>
            <p:ph idx="8" type="subTitle"/>
          </p:nvPr>
        </p:nvSpPr>
        <p:spPr>
          <a:xfrm>
            <a:off x="4257657" y="3614825"/>
            <a:ext cx="20445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04" name="Google Shape;904;p87"/>
          <p:cNvSpPr txBox="1"/>
          <p:nvPr>
            <p:ph idx="9" type="subTitle"/>
          </p:nvPr>
        </p:nvSpPr>
        <p:spPr>
          <a:xfrm>
            <a:off x="6384382" y="3614725"/>
            <a:ext cx="20445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05" name="Google Shape;905;p87"/>
          <p:cNvSpPr txBox="1"/>
          <p:nvPr>
            <p:ph idx="13" type="subTitle"/>
          </p:nvPr>
        </p:nvSpPr>
        <p:spPr>
          <a:xfrm flipH="1">
            <a:off x="6384382" y="1931275"/>
            <a:ext cx="20445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906" name="Google Shape;906;p87"/>
          <p:cNvSpPr txBox="1"/>
          <p:nvPr>
            <p:ph idx="14" type="subTitle"/>
          </p:nvPr>
        </p:nvSpPr>
        <p:spPr>
          <a:xfrm flipH="1">
            <a:off x="6384382" y="2383800"/>
            <a:ext cx="20445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07" name="Google Shape;907;p87"/>
          <p:cNvSpPr txBox="1"/>
          <p:nvPr>
            <p:ph idx="15" type="subTitle"/>
          </p:nvPr>
        </p:nvSpPr>
        <p:spPr>
          <a:xfrm>
            <a:off x="6384382" y="2203675"/>
            <a:ext cx="20445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08" name="Google Shape;908;p8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"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0" name="Google Shape;910;p88"/>
          <p:cNvGrpSpPr/>
          <p:nvPr/>
        </p:nvGrpSpPr>
        <p:grpSpPr>
          <a:xfrm>
            <a:off x="-21600" y="-472925"/>
            <a:ext cx="9728199" cy="6002555"/>
            <a:chOff x="-21600" y="-472925"/>
            <a:chExt cx="9728199" cy="6002555"/>
          </a:xfrm>
        </p:grpSpPr>
        <p:sp>
          <p:nvSpPr>
            <p:cNvPr id="911" name="Google Shape;911;p88"/>
            <p:cNvSpPr/>
            <p:nvPr/>
          </p:nvSpPr>
          <p:spPr>
            <a:xfrm>
              <a:off x="7617098" y="4237818"/>
              <a:ext cx="2089501" cy="1291812"/>
            </a:xfrm>
            <a:custGeom>
              <a:rect b="b" l="l" r="r" t="t"/>
              <a:pathLst>
                <a:path extrusionOk="0" h="33350" w="56317">
                  <a:moveTo>
                    <a:pt x="56317" y="33350"/>
                  </a:moveTo>
                  <a:lnTo>
                    <a:pt x="56317" y="0"/>
                  </a:lnTo>
                  <a:lnTo>
                    <a:pt x="20074" y="0"/>
                  </a:lnTo>
                  <a:cubicBezTo>
                    <a:pt x="18741" y="0"/>
                    <a:pt x="17514" y="739"/>
                    <a:pt x="16883" y="1905"/>
                  </a:cubicBezTo>
                  <a:lnTo>
                    <a:pt x="0" y="33350"/>
                  </a:lnTo>
                  <a:cubicBezTo>
                    <a:pt x="0" y="33350"/>
                    <a:pt x="53412" y="33326"/>
                    <a:pt x="56317" y="3335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2" name="Google Shape;912;p88"/>
            <p:cNvGrpSpPr/>
            <p:nvPr/>
          </p:nvGrpSpPr>
          <p:grpSpPr>
            <a:xfrm>
              <a:off x="-21600" y="-472925"/>
              <a:ext cx="1218325" cy="1833575"/>
              <a:chOff x="-21600" y="-472925"/>
              <a:chExt cx="1218325" cy="1833575"/>
            </a:xfrm>
          </p:grpSpPr>
          <p:sp>
            <p:nvSpPr>
              <p:cNvPr id="913" name="Google Shape;913;p88"/>
              <p:cNvSpPr/>
              <p:nvPr/>
            </p:nvSpPr>
            <p:spPr>
              <a:xfrm flipH="1" rot="10800000">
                <a:off x="-21600" y="-472925"/>
                <a:ext cx="1218325" cy="1833575"/>
              </a:xfrm>
              <a:custGeom>
                <a:rect b="b" l="l" r="r" t="t"/>
                <a:pathLst>
                  <a:path extrusionOk="0" h="73343" w="48733">
                    <a:moveTo>
                      <a:pt x="48732" y="73342"/>
                    </a:moveTo>
                    <a:lnTo>
                      <a:pt x="0" y="73342"/>
                    </a:lnTo>
                    <a:lnTo>
                      <a:pt x="0" y="0"/>
                    </a:lnTo>
                    <a:lnTo>
                      <a:pt x="45399" y="23932"/>
                    </a:lnTo>
                    <a:cubicBezTo>
                      <a:pt x="47447" y="25015"/>
                      <a:pt x="48732" y="27134"/>
                      <a:pt x="48732" y="29432"/>
                    </a:cubicBezTo>
                    <a:lnTo>
                      <a:pt x="48732" y="7334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4" name="Google Shape;914;p88"/>
              <p:cNvSpPr/>
              <p:nvPr/>
            </p:nvSpPr>
            <p:spPr>
              <a:xfrm flipH="1" rot="5400000">
                <a:off x="-290306" y="-195780"/>
                <a:ext cx="1407925" cy="870435"/>
              </a:xfrm>
              <a:custGeom>
                <a:rect b="b" l="l" r="r" t="t"/>
                <a:pathLst>
                  <a:path extrusionOk="0" h="33350" w="56317">
                    <a:moveTo>
                      <a:pt x="56317" y="33350"/>
                    </a:moveTo>
                    <a:lnTo>
                      <a:pt x="56317" y="0"/>
                    </a:lnTo>
                    <a:lnTo>
                      <a:pt x="20074" y="0"/>
                    </a:lnTo>
                    <a:cubicBezTo>
                      <a:pt x="18741" y="0"/>
                      <a:pt x="17514" y="739"/>
                      <a:pt x="16883" y="1905"/>
                    </a:cubicBezTo>
                    <a:lnTo>
                      <a:pt x="0" y="33350"/>
                    </a:lnTo>
                    <a:cubicBezTo>
                      <a:pt x="0" y="33350"/>
                      <a:pt x="53412" y="33326"/>
                      <a:pt x="56317" y="3335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34000">
                    <a:srgbClr val="FAB93C"/>
                  </a:gs>
                  <a:gs pos="100000">
                    <a:schemeClr val="accent4"/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915" name="Google Shape;915;p88"/>
            <p:cNvCxnSpPr/>
            <p:nvPr/>
          </p:nvCxnSpPr>
          <p:spPr>
            <a:xfrm>
              <a:off x="7566300" y="4827634"/>
              <a:ext cx="1577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16" name="Google Shape;916;p88"/>
          <p:cNvSpPr txBox="1"/>
          <p:nvPr>
            <p:ph type="title"/>
          </p:nvPr>
        </p:nvSpPr>
        <p:spPr>
          <a:xfrm>
            <a:off x="1519323" y="1610525"/>
            <a:ext cx="2328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17" name="Google Shape;917;p88"/>
          <p:cNvSpPr txBox="1"/>
          <p:nvPr>
            <p:ph idx="1" type="subTitle"/>
          </p:nvPr>
        </p:nvSpPr>
        <p:spPr>
          <a:xfrm>
            <a:off x="1519313" y="2273250"/>
            <a:ext cx="286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18" name="Google Shape;918;p88"/>
          <p:cNvSpPr txBox="1"/>
          <p:nvPr>
            <p:ph idx="2" type="title"/>
          </p:nvPr>
        </p:nvSpPr>
        <p:spPr>
          <a:xfrm>
            <a:off x="5561799" y="1610525"/>
            <a:ext cx="2328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19" name="Google Shape;919;p88"/>
          <p:cNvSpPr txBox="1"/>
          <p:nvPr>
            <p:ph idx="3" type="subTitle"/>
          </p:nvPr>
        </p:nvSpPr>
        <p:spPr>
          <a:xfrm>
            <a:off x="5561793" y="2273250"/>
            <a:ext cx="286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20" name="Google Shape;920;p88"/>
          <p:cNvSpPr txBox="1"/>
          <p:nvPr>
            <p:ph idx="4" type="title"/>
          </p:nvPr>
        </p:nvSpPr>
        <p:spPr>
          <a:xfrm>
            <a:off x="1519323" y="3196325"/>
            <a:ext cx="2328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21" name="Google Shape;921;p88"/>
          <p:cNvSpPr txBox="1"/>
          <p:nvPr>
            <p:ph idx="5" type="subTitle"/>
          </p:nvPr>
        </p:nvSpPr>
        <p:spPr>
          <a:xfrm>
            <a:off x="1519313" y="3859050"/>
            <a:ext cx="286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22" name="Google Shape;922;p88"/>
          <p:cNvSpPr txBox="1"/>
          <p:nvPr>
            <p:ph idx="6" type="title"/>
          </p:nvPr>
        </p:nvSpPr>
        <p:spPr>
          <a:xfrm>
            <a:off x="5561799" y="3196325"/>
            <a:ext cx="2328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23" name="Google Shape;923;p88"/>
          <p:cNvSpPr txBox="1"/>
          <p:nvPr>
            <p:ph idx="7" type="subTitle"/>
          </p:nvPr>
        </p:nvSpPr>
        <p:spPr>
          <a:xfrm>
            <a:off x="5561793" y="3859050"/>
            <a:ext cx="286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24" name="Google Shape;924;p88"/>
          <p:cNvSpPr txBox="1"/>
          <p:nvPr>
            <p:ph idx="8" type="subTitle"/>
          </p:nvPr>
        </p:nvSpPr>
        <p:spPr>
          <a:xfrm>
            <a:off x="715088" y="1646992"/>
            <a:ext cx="695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b="1" sz="2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925" name="Google Shape;925;p88"/>
          <p:cNvSpPr txBox="1"/>
          <p:nvPr>
            <p:ph idx="9" type="subTitle"/>
          </p:nvPr>
        </p:nvSpPr>
        <p:spPr>
          <a:xfrm>
            <a:off x="4756588" y="1646992"/>
            <a:ext cx="695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b="1" sz="2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926" name="Google Shape;926;p88"/>
          <p:cNvSpPr txBox="1"/>
          <p:nvPr>
            <p:ph idx="13" type="subTitle"/>
          </p:nvPr>
        </p:nvSpPr>
        <p:spPr>
          <a:xfrm>
            <a:off x="715088" y="3239292"/>
            <a:ext cx="695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b="1" sz="2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927" name="Google Shape;927;p88"/>
          <p:cNvSpPr txBox="1"/>
          <p:nvPr>
            <p:ph idx="14" type="subTitle"/>
          </p:nvPr>
        </p:nvSpPr>
        <p:spPr>
          <a:xfrm>
            <a:off x="4756588" y="3239292"/>
            <a:ext cx="695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b="1" sz="2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928" name="Google Shape;928;p88"/>
          <p:cNvSpPr txBox="1"/>
          <p:nvPr>
            <p:ph idx="15"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929" name="Google Shape;929;p8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">
  <p:cSld name="CUSTOM_4"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" name="Google Shape;931;p89"/>
          <p:cNvGrpSpPr/>
          <p:nvPr/>
        </p:nvGrpSpPr>
        <p:grpSpPr>
          <a:xfrm>
            <a:off x="-21600" y="-574925"/>
            <a:ext cx="9165600" cy="1935575"/>
            <a:chOff x="-21600" y="-574925"/>
            <a:chExt cx="9165600" cy="1935575"/>
          </a:xfrm>
        </p:grpSpPr>
        <p:grpSp>
          <p:nvGrpSpPr>
            <p:cNvPr id="932" name="Google Shape;932;p89"/>
            <p:cNvGrpSpPr/>
            <p:nvPr/>
          </p:nvGrpSpPr>
          <p:grpSpPr>
            <a:xfrm>
              <a:off x="-21600" y="-472925"/>
              <a:ext cx="1218325" cy="1833575"/>
              <a:chOff x="-21600" y="-472925"/>
              <a:chExt cx="1218325" cy="1833575"/>
            </a:xfrm>
          </p:grpSpPr>
          <p:sp>
            <p:nvSpPr>
              <p:cNvPr id="933" name="Google Shape;933;p89"/>
              <p:cNvSpPr/>
              <p:nvPr/>
            </p:nvSpPr>
            <p:spPr>
              <a:xfrm flipH="1" rot="10800000">
                <a:off x="-21600" y="-472925"/>
                <a:ext cx="1218325" cy="1833575"/>
              </a:xfrm>
              <a:custGeom>
                <a:rect b="b" l="l" r="r" t="t"/>
                <a:pathLst>
                  <a:path extrusionOk="0" h="73343" w="48733">
                    <a:moveTo>
                      <a:pt x="48732" y="73342"/>
                    </a:moveTo>
                    <a:lnTo>
                      <a:pt x="0" y="73342"/>
                    </a:lnTo>
                    <a:lnTo>
                      <a:pt x="0" y="0"/>
                    </a:lnTo>
                    <a:lnTo>
                      <a:pt x="45399" y="23932"/>
                    </a:lnTo>
                    <a:cubicBezTo>
                      <a:pt x="47447" y="25015"/>
                      <a:pt x="48732" y="27134"/>
                      <a:pt x="48732" y="29432"/>
                    </a:cubicBezTo>
                    <a:lnTo>
                      <a:pt x="48732" y="7334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4" name="Google Shape;934;p89"/>
              <p:cNvSpPr/>
              <p:nvPr/>
            </p:nvSpPr>
            <p:spPr>
              <a:xfrm flipH="1" rot="5400000">
                <a:off x="-290306" y="-195780"/>
                <a:ext cx="1407925" cy="870435"/>
              </a:xfrm>
              <a:custGeom>
                <a:rect b="b" l="l" r="r" t="t"/>
                <a:pathLst>
                  <a:path extrusionOk="0" h="33350" w="56317">
                    <a:moveTo>
                      <a:pt x="56317" y="33350"/>
                    </a:moveTo>
                    <a:lnTo>
                      <a:pt x="56317" y="0"/>
                    </a:lnTo>
                    <a:lnTo>
                      <a:pt x="20074" y="0"/>
                    </a:lnTo>
                    <a:cubicBezTo>
                      <a:pt x="18741" y="0"/>
                      <a:pt x="17514" y="739"/>
                      <a:pt x="16883" y="1905"/>
                    </a:cubicBezTo>
                    <a:lnTo>
                      <a:pt x="0" y="33350"/>
                    </a:lnTo>
                    <a:cubicBezTo>
                      <a:pt x="0" y="33350"/>
                      <a:pt x="53412" y="33326"/>
                      <a:pt x="56317" y="3335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34000">
                    <a:srgbClr val="FAB93C"/>
                  </a:gs>
                  <a:gs pos="100000">
                    <a:schemeClr val="accent4"/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5" name="Google Shape;935;p89"/>
            <p:cNvGrpSpPr/>
            <p:nvPr/>
          </p:nvGrpSpPr>
          <p:grpSpPr>
            <a:xfrm flipH="1">
              <a:off x="7925675" y="-574925"/>
              <a:ext cx="1218325" cy="1833575"/>
              <a:chOff x="-21600" y="-472925"/>
              <a:chExt cx="1218325" cy="1833575"/>
            </a:xfrm>
          </p:grpSpPr>
          <p:sp>
            <p:nvSpPr>
              <p:cNvPr id="936" name="Google Shape;936;p89"/>
              <p:cNvSpPr/>
              <p:nvPr/>
            </p:nvSpPr>
            <p:spPr>
              <a:xfrm flipH="1" rot="10800000">
                <a:off x="-21600" y="-472925"/>
                <a:ext cx="1218325" cy="1833575"/>
              </a:xfrm>
              <a:custGeom>
                <a:rect b="b" l="l" r="r" t="t"/>
                <a:pathLst>
                  <a:path extrusionOk="0" h="73343" w="48733">
                    <a:moveTo>
                      <a:pt x="48732" y="73342"/>
                    </a:moveTo>
                    <a:lnTo>
                      <a:pt x="0" y="73342"/>
                    </a:lnTo>
                    <a:lnTo>
                      <a:pt x="0" y="0"/>
                    </a:lnTo>
                    <a:lnTo>
                      <a:pt x="45399" y="23932"/>
                    </a:lnTo>
                    <a:cubicBezTo>
                      <a:pt x="47447" y="25015"/>
                      <a:pt x="48732" y="27134"/>
                      <a:pt x="48732" y="29432"/>
                    </a:cubicBezTo>
                    <a:lnTo>
                      <a:pt x="48732" y="7334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7" name="Google Shape;937;p89"/>
              <p:cNvSpPr/>
              <p:nvPr/>
            </p:nvSpPr>
            <p:spPr>
              <a:xfrm flipH="1" rot="5400000">
                <a:off x="-290306" y="-195780"/>
                <a:ext cx="1407925" cy="870435"/>
              </a:xfrm>
              <a:custGeom>
                <a:rect b="b" l="l" r="r" t="t"/>
                <a:pathLst>
                  <a:path extrusionOk="0" h="33350" w="56317">
                    <a:moveTo>
                      <a:pt x="56317" y="33350"/>
                    </a:moveTo>
                    <a:lnTo>
                      <a:pt x="56317" y="0"/>
                    </a:lnTo>
                    <a:lnTo>
                      <a:pt x="20074" y="0"/>
                    </a:lnTo>
                    <a:cubicBezTo>
                      <a:pt x="18741" y="0"/>
                      <a:pt x="17514" y="739"/>
                      <a:pt x="16883" y="1905"/>
                    </a:cubicBezTo>
                    <a:lnTo>
                      <a:pt x="0" y="33350"/>
                    </a:lnTo>
                    <a:cubicBezTo>
                      <a:pt x="0" y="33350"/>
                      <a:pt x="53412" y="33326"/>
                      <a:pt x="56317" y="3335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34000">
                    <a:srgbClr val="FAB93C"/>
                  </a:gs>
                  <a:gs pos="100000">
                    <a:schemeClr val="accent4"/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38" name="Google Shape;938;p89"/>
          <p:cNvSpPr txBox="1"/>
          <p:nvPr>
            <p:ph type="title"/>
          </p:nvPr>
        </p:nvSpPr>
        <p:spPr>
          <a:xfrm>
            <a:off x="1506338" y="1686725"/>
            <a:ext cx="2867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39" name="Google Shape;939;p89"/>
          <p:cNvSpPr txBox="1"/>
          <p:nvPr>
            <p:ph idx="1" type="subTitle"/>
          </p:nvPr>
        </p:nvSpPr>
        <p:spPr>
          <a:xfrm>
            <a:off x="1506338" y="2120850"/>
            <a:ext cx="286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40" name="Google Shape;940;p89"/>
          <p:cNvSpPr txBox="1"/>
          <p:nvPr>
            <p:ph idx="2" type="title"/>
          </p:nvPr>
        </p:nvSpPr>
        <p:spPr>
          <a:xfrm>
            <a:off x="4790193" y="1686725"/>
            <a:ext cx="2867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41" name="Google Shape;941;p89"/>
          <p:cNvSpPr txBox="1"/>
          <p:nvPr>
            <p:ph idx="3" type="subTitle"/>
          </p:nvPr>
        </p:nvSpPr>
        <p:spPr>
          <a:xfrm>
            <a:off x="4790193" y="2120850"/>
            <a:ext cx="286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42" name="Google Shape;942;p89"/>
          <p:cNvSpPr txBox="1"/>
          <p:nvPr>
            <p:ph idx="4" type="title"/>
          </p:nvPr>
        </p:nvSpPr>
        <p:spPr>
          <a:xfrm>
            <a:off x="1506338" y="3120125"/>
            <a:ext cx="2867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43" name="Google Shape;943;p89"/>
          <p:cNvSpPr txBox="1"/>
          <p:nvPr>
            <p:ph idx="5" type="subTitle"/>
          </p:nvPr>
        </p:nvSpPr>
        <p:spPr>
          <a:xfrm>
            <a:off x="1506338" y="3554250"/>
            <a:ext cx="286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44" name="Google Shape;944;p89"/>
          <p:cNvSpPr txBox="1"/>
          <p:nvPr>
            <p:ph idx="6" type="title"/>
          </p:nvPr>
        </p:nvSpPr>
        <p:spPr>
          <a:xfrm>
            <a:off x="4790193" y="3120125"/>
            <a:ext cx="2867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45" name="Google Shape;945;p89"/>
          <p:cNvSpPr txBox="1"/>
          <p:nvPr>
            <p:ph idx="7" type="subTitle"/>
          </p:nvPr>
        </p:nvSpPr>
        <p:spPr>
          <a:xfrm>
            <a:off x="4790193" y="3554250"/>
            <a:ext cx="286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46" name="Google Shape;946;p89"/>
          <p:cNvSpPr txBox="1"/>
          <p:nvPr>
            <p:ph idx="8"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947" name="Google Shape;947;p8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9" name="Google Shape;949;p90"/>
          <p:cNvGrpSpPr/>
          <p:nvPr/>
        </p:nvGrpSpPr>
        <p:grpSpPr>
          <a:xfrm>
            <a:off x="0" y="0"/>
            <a:ext cx="9144000" cy="4924784"/>
            <a:chOff x="0" y="0"/>
            <a:chExt cx="9144000" cy="4924784"/>
          </a:xfrm>
        </p:grpSpPr>
        <p:sp>
          <p:nvSpPr>
            <p:cNvPr id="950" name="Google Shape;950;p90"/>
            <p:cNvSpPr/>
            <p:nvPr/>
          </p:nvSpPr>
          <p:spPr>
            <a:xfrm>
              <a:off x="0" y="0"/>
              <a:ext cx="1895873" cy="393554"/>
            </a:xfrm>
            <a:custGeom>
              <a:rect b="b" l="l" r="r" t="t"/>
              <a:pathLst>
                <a:path extrusionOk="0" h="8490" w="40899">
                  <a:moveTo>
                    <a:pt x="37386" y="0"/>
                  </a:moveTo>
                  <a:lnTo>
                    <a:pt x="1" y="0"/>
                  </a:lnTo>
                  <a:lnTo>
                    <a:pt x="1" y="8490"/>
                  </a:lnTo>
                  <a:lnTo>
                    <a:pt x="35850" y="8490"/>
                  </a:lnTo>
                  <a:cubicBezTo>
                    <a:pt x="36898" y="8490"/>
                    <a:pt x="37863" y="7918"/>
                    <a:pt x="38363" y="7001"/>
                  </a:cubicBezTo>
                  <a:lnTo>
                    <a:pt x="39887" y="4132"/>
                  </a:lnTo>
                  <a:cubicBezTo>
                    <a:pt x="40899" y="2263"/>
                    <a:pt x="39529" y="0"/>
                    <a:pt x="37386" y="0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90"/>
            <p:cNvSpPr/>
            <p:nvPr/>
          </p:nvSpPr>
          <p:spPr>
            <a:xfrm>
              <a:off x="171000" y="191625"/>
              <a:ext cx="1269322" cy="343371"/>
            </a:xfrm>
            <a:custGeom>
              <a:rect b="b" l="l" r="r" t="t"/>
              <a:pathLst>
                <a:path extrusionOk="0" h="6049" w="22361">
                  <a:moveTo>
                    <a:pt x="19336" y="6049"/>
                  </a:moveTo>
                  <a:lnTo>
                    <a:pt x="3024" y="6049"/>
                  </a:lnTo>
                  <a:cubicBezTo>
                    <a:pt x="1358" y="6049"/>
                    <a:pt x="0" y="4692"/>
                    <a:pt x="0" y="3025"/>
                  </a:cubicBezTo>
                  <a:lnTo>
                    <a:pt x="0" y="3025"/>
                  </a:lnTo>
                  <a:cubicBezTo>
                    <a:pt x="0" y="1358"/>
                    <a:pt x="1358" y="1"/>
                    <a:pt x="3024" y="1"/>
                  </a:cubicBezTo>
                  <a:lnTo>
                    <a:pt x="19336" y="1"/>
                  </a:lnTo>
                  <a:cubicBezTo>
                    <a:pt x="21003" y="1"/>
                    <a:pt x="22360" y="1358"/>
                    <a:pt x="22360" y="3025"/>
                  </a:cubicBezTo>
                  <a:lnTo>
                    <a:pt x="22360" y="3025"/>
                  </a:lnTo>
                  <a:cubicBezTo>
                    <a:pt x="22360" y="4692"/>
                    <a:pt x="21003" y="6049"/>
                    <a:pt x="19336" y="6049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52" name="Google Shape;952;p90"/>
            <p:cNvCxnSpPr/>
            <p:nvPr/>
          </p:nvCxnSpPr>
          <p:spPr>
            <a:xfrm>
              <a:off x="7566300" y="4924784"/>
              <a:ext cx="1577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53" name="Google Shape;953;p90"/>
          <p:cNvSpPr txBox="1"/>
          <p:nvPr>
            <p:ph type="title"/>
          </p:nvPr>
        </p:nvSpPr>
        <p:spPr>
          <a:xfrm>
            <a:off x="720000" y="1911450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54" name="Google Shape;954;p90"/>
          <p:cNvSpPr txBox="1"/>
          <p:nvPr>
            <p:ph idx="1" type="subTitle"/>
          </p:nvPr>
        </p:nvSpPr>
        <p:spPr>
          <a:xfrm>
            <a:off x="719975" y="2383850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55" name="Google Shape;955;p90"/>
          <p:cNvSpPr txBox="1"/>
          <p:nvPr>
            <p:ph idx="2" type="title"/>
          </p:nvPr>
        </p:nvSpPr>
        <p:spPr>
          <a:xfrm>
            <a:off x="3419269" y="1911450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56" name="Google Shape;956;p90"/>
          <p:cNvSpPr txBox="1"/>
          <p:nvPr>
            <p:ph idx="3" type="subTitle"/>
          </p:nvPr>
        </p:nvSpPr>
        <p:spPr>
          <a:xfrm>
            <a:off x="3419244" y="2383850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57" name="Google Shape;957;p90"/>
          <p:cNvSpPr txBox="1"/>
          <p:nvPr>
            <p:ph idx="4" type="title"/>
          </p:nvPr>
        </p:nvSpPr>
        <p:spPr>
          <a:xfrm>
            <a:off x="720000" y="3649750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58" name="Google Shape;958;p90"/>
          <p:cNvSpPr txBox="1"/>
          <p:nvPr>
            <p:ph idx="5" type="subTitle"/>
          </p:nvPr>
        </p:nvSpPr>
        <p:spPr>
          <a:xfrm>
            <a:off x="720000" y="4123700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59" name="Google Shape;959;p90"/>
          <p:cNvSpPr txBox="1"/>
          <p:nvPr>
            <p:ph idx="6" type="title"/>
          </p:nvPr>
        </p:nvSpPr>
        <p:spPr>
          <a:xfrm>
            <a:off x="3419269" y="3649750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60" name="Google Shape;960;p90"/>
          <p:cNvSpPr txBox="1"/>
          <p:nvPr>
            <p:ph idx="7" type="subTitle"/>
          </p:nvPr>
        </p:nvSpPr>
        <p:spPr>
          <a:xfrm>
            <a:off x="3419269" y="4123700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61" name="Google Shape;961;p90"/>
          <p:cNvSpPr txBox="1"/>
          <p:nvPr>
            <p:ph idx="8" type="title"/>
          </p:nvPr>
        </p:nvSpPr>
        <p:spPr>
          <a:xfrm>
            <a:off x="6118545" y="1911450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62" name="Google Shape;962;p90"/>
          <p:cNvSpPr txBox="1"/>
          <p:nvPr>
            <p:ph idx="9" type="subTitle"/>
          </p:nvPr>
        </p:nvSpPr>
        <p:spPr>
          <a:xfrm>
            <a:off x="6118520" y="2383850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63" name="Google Shape;963;p90"/>
          <p:cNvSpPr txBox="1"/>
          <p:nvPr>
            <p:ph idx="13" type="title"/>
          </p:nvPr>
        </p:nvSpPr>
        <p:spPr>
          <a:xfrm>
            <a:off x="6118545" y="3649750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64" name="Google Shape;964;p90"/>
          <p:cNvSpPr txBox="1"/>
          <p:nvPr>
            <p:ph idx="14" type="subTitle"/>
          </p:nvPr>
        </p:nvSpPr>
        <p:spPr>
          <a:xfrm>
            <a:off x="6118545" y="4123700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65" name="Google Shape;965;p90"/>
          <p:cNvSpPr txBox="1"/>
          <p:nvPr>
            <p:ph idx="15"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sz="32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sz="32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sz="32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sz="32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sz="32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sz="32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sz="32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sz="32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sz="32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966" name="Google Shape;966;p9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8" name="Google Shape;968;p91"/>
          <p:cNvGrpSpPr/>
          <p:nvPr/>
        </p:nvGrpSpPr>
        <p:grpSpPr>
          <a:xfrm>
            <a:off x="-2430712" y="-330024"/>
            <a:ext cx="11272838" cy="5840028"/>
            <a:chOff x="-2430712" y="-330025"/>
            <a:chExt cx="11272838" cy="5840028"/>
          </a:xfrm>
        </p:grpSpPr>
        <p:sp>
          <p:nvSpPr>
            <p:cNvPr id="969" name="Google Shape;969;p91"/>
            <p:cNvSpPr/>
            <p:nvPr/>
          </p:nvSpPr>
          <p:spPr>
            <a:xfrm rot="5400000">
              <a:off x="-3532599" y="867490"/>
              <a:ext cx="5404039" cy="3200266"/>
            </a:xfrm>
            <a:custGeom>
              <a:rect b="b" l="l" r="r" t="t"/>
              <a:pathLst>
                <a:path extrusionOk="0" h="33350" w="56317">
                  <a:moveTo>
                    <a:pt x="56317" y="33350"/>
                  </a:moveTo>
                  <a:lnTo>
                    <a:pt x="56317" y="0"/>
                  </a:lnTo>
                  <a:lnTo>
                    <a:pt x="20074" y="0"/>
                  </a:lnTo>
                  <a:cubicBezTo>
                    <a:pt x="18741" y="0"/>
                    <a:pt x="17514" y="739"/>
                    <a:pt x="16883" y="1905"/>
                  </a:cubicBezTo>
                  <a:lnTo>
                    <a:pt x="0" y="33350"/>
                  </a:lnTo>
                  <a:cubicBezTo>
                    <a:pt x="0" y="33350"/>
                    <a:pt x="53412" y="33326"/>
                    <a:pt x="56317" y="3335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70" name="Google Shape;970;p9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226262" y="815750"/>
              <a:ext cx="1190481" cy="13639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1" name="Google Shape;971;p91"/>
            <p:cNvSpPr/>
            <p:nvPr/>
          </p:nvSpPr>
          <p:spPr>
            <a:xfrm flipH="1" rot="5400000">
              <a:off x="-760722" y="3659453"/>
              <a:ext cx="3009900" cy="6912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91"/>
            <p:cNvSpPr/>
            <p:nvPr/>
          </p:nvSpPr>
          <p:spPr>
            <a:xfrm rot="5400000">
              <a:off x="7822637" y="256007"/>
              <a:ext cx="1605520" cy="433457"/>
            </a:xfrm>
            <a:custGeom>
              <a:rect b="b" l="l" r="r" t="t"/>
              <a:pathLst>
                <a:path extrusionOk="0" h="6037" w="22361">
                  <a:moveTo>
                    <a:pt x="19337" y="6037"/>
                  </a:moveTo>
                  <a:lnTo>
                    <a:pt x="3025" y="6037"/>
                  </a:lnTo>
                  <a:cubicBezTo>
                    <a:pt x="1358" y="6037"/>
                    <a:pt x="1" y="4679"/>
                    <a:pt x="1" y="3013"/>
                  </a:cubicBezTo>
                  <a:lnTo>
                    <a:pt x="1" y="3013"/>
                  </a:lnTo>
                  <a:cubicBezTo>
                    <a:pt x="1" y="1346"/>
                    <a:pt x="1358" y="0"/>
                    <a:pt x="3025" y="0"/>
                  </a:cubicBezTo>
                  <a:lnTo>
                    <a:pt x="19337" y="0"/>
                  </a:lnTo>
                  <a:cubicBezTo>
                    <a:pt x="21004" y="0"/>
                    <a:pt x="22361" y="1346"/>
                    <a:pt x="22361" y="3013"/>
                  </a:cubicBezTo>
                  <a:lnTo>
                    <a:pt x="22361" y="3013"/>
                  </a:lnTo>
                  <a:cubicBezTo>
                    <a:pt x="22361" y="4679"/>
                    <a:pt x="21004" y="6037"/>
                    <a:pt x="19337" y="6037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3" name="Google Shape;973;p91"/>
          <p:cNvSpPr txBox="1"/>
          <p:nvPr>
            <p:ph type="title"/>
          </p:nvPr>
        </p:nvSpPr>
        <p:spPr>
          <a:xfrm>
            <a:off x="1284000" y="540000"/>
            <a:ext cx="6576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974" name="Google Shape;974;p91"/>
          <p:cNvSpPr txBox="1"/>
          <p:nvPr>
            <p:ph idx="1" type="subTitle"/>
          </p:nvPr>
        </p:nvSpPr>
        <p:spPr>
          <a:xfrm>
            <a:off x="1284000" y="1246025"/>
            <a:ext cx="65760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75" name="Google Shape;975;p91"/>
          <p:cNvSpPr txBox="1"/>
          <p:nvPr>
            <p:ph idx="2" type="title"/>
          </p:nvPr>
        </p:nvSpPr>
        <p:spPr>
          <a:xfrm>
            <a:off x="1284000" y="1996138"/>
            <a:ext cx="6576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976" name="Google Shape;976;p91"/>
          <p:cNvSpPr txBox="1"/>
          <p:nvPr>
            <p:ph idx="3" type="subTitle"/>
          </p:nvPr>
        </p:nvSpPr>
        <p:spPr>
          <a:xfrm>
            <a:off x="1284000" y="2702163"/>
            <a:ext cx="65760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77" name="Google Shape;977;p91"/>
          <p:cNvSpPr txBox="1"/>
          <p:nvPr>
            <p:ph idx="4" type="title"/>
          </p:nvPr>
        </p:nvSpPr>
        <p:spPr>
          <a:xfrm>
            <a:off x="1284000" y="3452288"/>
            <a:ext cx="6576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978" name="Google Shape;978;p91"/>
          <p:cNvSpPr txBox="1"/>
          <p:nvPr>
            <p:ph idx="5" type="subTitle"/>
          </p:nvPr>
        </p:nvSpPr>
        <p:spPr>
          <a:xfrm>
            <a:off x="1284000" y="4158313"/>
            <a:ext cx="65760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79" name="Google Shape;979;p9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1" name="Google Shape;981;p92"/>
          <p:cNvGrpSpPr/>
          <p:nvPr/>
        </p:nvGrpSpPr>
        <p:grpSpPr>
          <a:xfrm>
            <a:off x="-2021398" y="-280488"/>
            <a:ext cx="13186853" cy="5587491"/>
            <a:chOff x="-2021398" y="-280488"/>
            <a:chExt cx="13186853" cy="5587491"/>
          </a:xfrm>
        </p:grpSpPr>
        <p:grpSp>
          <p:nvGrpSpPr>
            <p:cNvPr id="982" name="Google Shape;982;p92"/>
            <p:cNvGrpSpPr/>
            <p:nvPr/>
          </p:nvGrpSpPr>
          <p:grpSpPr>
            <a:xfrm>
              <a:off x="-2021398" y="-280488"/>
              <a:ext cx="3285628" cy="5470491"/>
              <a:chOff x="-2021398" y="-280488"/>
              <a:chExt cx="3285628" cy="5470491"/>
            </a:xfrm>
          </p:grpSpPr>
          <p:pic>
            <p:nvPicPr>
              <p:cNvPr id="983" name="Google Shape;983;p92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 rot="5400000">
                <a:off x="-3112423" y="810537"/>
                <a:ext cx="5423976" cy="324192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84" name="Google Shape;984;p92"/>
              <p:cNvSpPr/>
              <p:nvPr/>
            </p:nvSpPr>
            <p:spPr>
              <a:xfrm flipH="1" rot="10800000">
                <a:off x="-980170" y="-153175"/>
                <a:ext cx="1381200" cy="2023500"/>
              </a:xfrm>
              <a:prstGeom prst="round1Rect">
                <a:avLst>
                  <a:gd fmla="val 50000" name="adj"/>
                </a:avLst>
              </a:pr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5" name="Google Shape;985;p92"/>
              <p:cNvSpPr/>
              <p:nvPr/>
            </p:nvSpPr>
            <p:spPr>
              <a:xfrm rot="10800000">
                <a:off x="-980184" y="2606537"/>
                <a:ext cx="2200736" cy="2583466"/>
              </a:xfrm>
              <a:custGeom>
                <a:rect b="b" l="l" r="r" t="t"/>
                <a:pathLst>
                  <a:path extrusionOk="0" h="35350" w="30112">
                    <a:moveTo>
                      <a:pt x="30111" y="0"/>
                    </a:moveTo>
                    <a:lnTo>
                      <a:pt x="0" y="0"/>
                    </a:lnTo>
                    <a:lnTo>
                      <a:pt x="17169" y="32016"/>
                    </a:lnTo>
                    <a:cubicBezTo>
                      <a:pt x="18265" y="34064"/>
                      <a:pt x="20408" y="35350"/>
                      <a:pt x="22753" y="35350"/>
                    </a:cubicBezTo>
                    <a:lnTo>
                      <a:pt x="30111" y="3535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5"/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6" name="Google Shape;986;p92"/>
              <p:cNvSpPr/>
              <p:nvPr/>
            </p:nvSpPr>
            <p:spPr>
              <a:xfrm flipH="1">
                <a:off x="-49362" y="3718588"/>
                <a:ext cx="1313592" cy="1462763"/>
              </a:xfrm>
              <a:custGeom>
                <a:rect b="b" l="l" r="r" t="t"/>
                <a:pathLst>
                  <a:path extrusionOk="0" h="28957" w="26004">
                    <a:moveTo>
                      <a:pt x="16931" y="1"/>
                    </a:moveTo>
                    <a:cubicBezTo>
                      <a:pt x="16062" y="1"/>
                      <a:pt x="15276" y="477"/>
                      <a:pt x="14871" y="1239"/>
                    </a:cubicBezTo>
                    <a:lnTo>
                      <a:pt x="0" y="28957"/>
                    </a:lnTo>
                    <a:lnTo>
                      <a:pt x="11490" y="28957"/>
                    </a:lnTo>
                    <a:lnTo>
                      <a:pt x="25182" y="3418"/>
                    </a:lnTo>
                    <a:cubicBezTo>
                      <a:pt x="26003" y="1870"/>
                      <a:pt x="24872" y="1"/>
                      <a:pt x="231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87" name="Google Shape;987;p92"/>
              <p:cNvCxnSpPr/>
              <p:nvPr/>
            </p:nvCxnSpPr>
            <p:spPr>
              <a:xfrm rot="10800000">
                <a:off x="-133745" y="2037184"/>
                <a:ext cx="803700" cy="14985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88" name="Google Shape;988;p92"/>
              <p:cNvSpPr/>
              <p:nvPr/>
            </p:nvSpPr>
            <p:spPr>
              <a:xfrm>
                <a:off x="341500" y="1930000"/>
                <a:ext cx="747202" cy="831749"/>
              </a:xfrm>
              <a:custGeom>
                <a:rect b="b" l="l" r="r" t="t"/>
                <a:pathLst>
                  <a:path extrusionOk="0" h="15455" w="13884">
                    <a:moveTo>
                      <a:pt x="9037" y="15454"/>
                    </a:moveTo>
                    <a:lnTo>
                      <a:pt x="12335" y="15454"/>
                    </a:lnTo>
                    <a:cubicBezTo>
                      <a:pt x="13276" y="15454"/>
                      <a:pt x="13883" y="14454"/>
                      <a:pt x="13443" y="13633"/>
                    </a:cubicBezTo>
                    <a:lnTo>
                      <a:pt x="6132" y="0"/>
                    </a:lnTo>
                    <a:lnTo>
                      <a:pt x="0" y="0"/>
                    </a:lnTo>
                    <a:lnTo>
                      <a:pt x="7930" y="14799"/>
                    </a:lnTo>
                    <a:cubicBezTo>
                      <a:pt x="8144" y="15204"/>
                      <a:pt x="8573" y="15454"/>
                      <a:pt x="9037" y="1545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89" name="Google Shape;989;p92"/>
            <p:cNvGrpSpPr/>
            <p:nvPr/>
          </p:nvGrpSpPr>
          <p:grpSpPr>
            <a:xfrm flipH="1">
              <a:off x="7879827" y="-163488"/>
              <a:ext cx="3285628" cy="5470491"/>
              <a:chOff x="-2021398" y="-280488"/>
              <a:chExt cx="3285628" cy="5470491"/>
            </a:xfrm>
          </p:grpSpPr>
          <p:pic>
            <p:nvPicPr>
              <p:cNvPr id="990" name="Google Shape;990;p92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 rot="5400000">
                <a:off x="-3112423" y="810537"/>
                <a:ext cx="5423976" cy="324192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91" name="Google Shape;991;p92"/>
              <p:cNvSpPr/>
              <p:nvPr/>
            </p:nvSpPr>
            <p:spPr>
              <a:xfrm flipH="1" rot="10800000">
                <a:off x="-980170" y="-153175"/>
                <a:ext cx="1381200" cy="2023500"/>
              </a:xfrm>
              <a:prstGeom prst="round1Rect">
                <a:avLst>
                  <a:gd fmla="val 50000" name="adj"/>
                </a:avLst>
              </a:pr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2" name="Google Shape;992;p92"/>
              <p:cNvSpPr/>
              <p:nvPr/>
            </p:nvSpPr>
            <p:spPr>
              <a:xfrm rot="10800000">
                <a:off x="-980184" y="2606537"/>
                <a:ext cx="2200736" cy="2583466"/>
              </a:xfrm>
              <a:custGeom>
                <a:rect b="b" l="l" r="r" t="t"/>
                <a:pathLst>
                  <a:path extrusionOk="0" h="35350" w="30112">
                    <a:moveTo>
                      <a:pt x="30111" y="0"/>
                    </a:moveTo>
                    <a:lnTo>
                      <a:pt x="0" y="0"/>
                    </a:lnTo>
                    <a:lnTo>
                      <a:pt x="17169" y="32016"/>
                    </a:lnTo>
                    <a:cubicBezTo>
                      <a:pt x="18265" y="34064"/>
                      <a:pt x="20408" y="35350"/>
                      <a:pt x="22753" y="35350"/>
                    </a:cubicBezTo>
                    <a:lnTo>
                      <a:pt x="30111" y="3535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5"/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3" name="Google Shape;993;p92"/>
              <p:cNvSpPr/>
              <p:nvPr/>
            </p:nvSpPr>
            <p:spPr>
              <a:xfrm flipH="1">
                <a:off x="-49362" y="3718588"/>
                <a:ext cx="1313592" cy="1462763"/>
              </a:xfrm>
              <a:custGeom>
                <a:rect b="b" l="l" r="r" t="t"/>
                <a:pathLst>
                  <a:path extrusionOk="0" h="28957" w="26004">
                    <a:moveTo>
                      <a:pt x="16931" y="1"/>
                    </a:moveTo>
                    <a:cubicBezTo>
                      <a:pt x="16062" y="1"/>
                      <a:pt x="15276" y="477"/>
                      <a:pt x="14871" y="1239"/>
                    </a:cubicBezTo>
                    <a:lnTo>
                      <a:pt x="0" y="28957"/>
                    </a:lnTo>
                    <a:lnTo>
                      <a:pt x="11490" y="28957"/>
                    </a:lnTo>
                    <a:lnTo>
                      <a:pt x="25182" y="3418"/>
                    </a:lnTo>
                    <a:cubicBezTo>
                      <a:pt x="26003" y="1870"/>
                      <a:pt x="24872" y="1"/>
                      <a:pt x="231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94" name="Google Shape;994;p92"/>
              <p:cNvCxnSpPr/>
              <p:nvPr/>
            </p:nvCxnSpPr>
            <p:spPr>
              <a:xfrm rot="10800000">
                <a:off x="-133745" y="2037184"/>
                <a:ext cx="803700" cy="14985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95" name="Google Shape;995;p92"/>
              <p:cNvSpPr/>
              <p:nvPr/>
            </p:nvSpPr>
            <p:spPr>
              <a:xfrm>
                <a:off x="341500" y="1930000"/>
                <a:ext cx="747202" cy="831749"/>
              </a:xfrm>
              <a:custGeom>
                <a:rect b="b" l="l" r="r" t="t"/>
                <a:pathLst>
                  <a:path extrusionOk="0" h="15455" w="13884">
                    <a:moveTo>
                      <a:pt x="9037" y="15454"/>
                    </a:moveTo>
                    <a:lnTo>
                      <a:pt x="12335" y="15454"/>
                    </a:lnTo>
                    <a:cubicBezTo>
                      <a:pt x="13276" y="15454"/>
                      <a:pt x="13883" y="14454"/>
                      <a:pt x="13443" y="13633"/>
                    </a:cubicBezTo>
                    <a:lnTo>
                      <a:pt x="6132" y="0"/>
                    </a:lnTo>
                    <a:lnTo>
                      <a:pt x="0" y="0"/>
                    </a:lnTo>
                    <a:lnTo>
                      <a:pt x="7930" y="14799"/>
                    </a:lnTo>
                    <a:cubicBezTo>
                      <a:pt x="8144" y="15204"/>
                      <a:pt x="8573" y="15454"/>
                      <a:pt x="9037" y="1545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96" name="Google Shape;996;p92"/>
          <p:cNvSpPr txBox="1"/>
          <p:nvPr>
            <p:ph type="ctrTitle"/>
          </p:nvPr>
        </p:nvSpPr>
        <p:spPr>
          <a:xfrm>
            <a:off x="2430025" y="669825"/>
            <a:ext cx="4284000" cy="9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97" name="Google Shape;997;p92"/>
          <p:cNvSpPr txBox="1"/>
          <p:nvPr>
            <p:ph idx="1" type="subTitle"/>
          </p:nvPr>
        </p:nvSpPr>
        <p:spPr>
          <a:xfrm>
            <a:off x="2425075" y="1646825"/>
            <a:ext cx="42939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98" name="Google Shape;998;p92"/>
          <p:cNvSpPr txBox="1"/>
          <p:nvPr/>
        </p:nvSpPr>
        <p:spPr>
          <a:xfrm>
            <a:off x="2122375" y="3363700"/>
            <a:ext cx="4899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CREDITS: This presentation template was created by</a:t>
            </a:r>
            <a:r>
              <a:rPr b="0" i="0" lang="en" sz="1400" u="none" cap="none" strike="noStrike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1" i="0" lang="en" sz="1400" u="none" cap="none" strike="noStrike">
                <a:solidFill>
                  <a:schemeClr val="accent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4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including icons by</a:t>
            </a:r>
            <a:r>
              <a:rPr b="0" i="0" lang="en" sz="1400" u="none" cap="none" strike="noStrike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1" i="0" lang="en" sz="1400" u="none" cap="none" strike="noStrike">
                <a:solidFill>
                  <a:schemeClr val="accent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4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infographics &amp;</a:t>
            </a:r>
            <a:r>
              <a:rPr b="0" i="0" lang="en" sz="1400" u="none" cap="none" strike="noStrike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0" i="0" lang="en" sz="14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images by </a:t>
            </a:r>
            <a:r>
              <a:rPr b="1" i="0" lang="en" sz="1400" u="none" cap="none" strike="noStrike">
                <a:solidFill>
                  <a:schemeClr val="accent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400" u="none" cap="none" strike="noStrike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99" name="Google Shape;999;p9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"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Google Shape;1001;p93"/>
          <p:cNvGrpSpPr/>
          <p:nvPr/>
        </p:nvGrpSpPr>
        <p:grpSpPr>
          <a:xfrm>
            <a:off x="17" y="-699025"/>
            <a:ext cx="9664083" cy="6178425"/>
            <a:chOff x="17" y="-699025"/>
            <a:chExt cx="9664083" cy="6178425"/>
          </a:xfrm>
        </p:grpSpPr>
        <p:sp>
          <p:nvSpPr>
            <p:cNvPr id="1002" name="Google Shape;1002;p93"/>
            <p:cNvSpPr/>
            <p:nvPr/>
          </p:nvSpPr>
          <p:spPr>
            <a:xfrm rot="-5400000">
              <a:off x="-263636" y="263644"/>
              <a:ext cx="1468476" cy="941170"/>
            </a:xfrm>
            <a:custGeom>
              <a:rect b="b" l="l" r="r" t="t"/>
              <a:pathLst>
                <a:path extrusionOk="0" h="16087" w="25100">
                  <a:moveTo>
                    <a:pt x="1013" y="4144"/>
                  </a:moveTo>
                  <a:lnTo>
                    <a:pt x="6740" y="14824"/>
                  </a:lnTo>
                  <a:cubicBezTo>
                    <a:pt x="7156" y="15610"/>
                    <a:pt x="7966" y="16086"/>
                    <a:pt x="8859" y="16086"/>
                  </a:cubicBezTo>
                  <a:lnTo>
                    <a:pt x="25099" y="16086"/>
                  </a:lnTo>
                  <a:lnTo>
                    <a:pt x="25099" y="1"/>
                  </a:lnTo>
                  <a:lnTo>
                    <a:pt x="3513" y="1"/>
                  </a:lnTo>
                  <a:cubicBezTo>
                    <a:pt x="1370" y="1"/>
                    <a:pt x="1" y="2263"/>
                    <a:pt x="1013" y="4144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93"/>
            <p:cNvSpPr/>
            <p:nvPr/>
          </p:nvSpPr>
          <p:spPr>
            <a:xfrm rot="10800000">
              <a:off x="746500" y="-699025"/>
              <a:ext cx="986100" cy="1675800"/>
            </a:xfrm>
            <a:prstGeom prst="round2SameRect">
              <a:avLst>
                <a:gd fmla="val 16667" name="adj1"/>
                <a:gd fmla="val 0" name="adj2"/>
              </a:avLst>
            </a:prstGeom>
            <a:gradFill>
              <a:gsLst>
                <a:gs pos="0">
                  <a:schemeClr val="accent1"/>
                </a:gs>
                <a:gs pos="63000">
                  <a:srgbClr val="194175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04" name="Google Shape;1004;p93"/>
            <p:cNvCxnSpPr/>
            <p:nvPr/>
          </p:nvCxnSpPr>
          <p:spPr>
            <a:xfrm>
              <a:off x="181788" y="236388"/>
              <a:ext cx="0" cy="9957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5" name="Google Shape;1005;p93"/>
            <p:cNvCxnSpPr/>
            <p:nvPr/>
          </p:nvCxnSpPr>
          <p:spPr>
            <a:xfrm>
              <a:off x="941163" y="-229887"/>
              <a:ext cx="0" cy="9957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06" name="Google Shape;1006;p93"/>
            <p:cNvSpPr/>
            <p:nvPr/>
          </p:nvSpPr>
          <p:spPr>
            <a:xfrm flipH="1">
              <a:off x="6654200" y="4788200"/>
              <a:ext cx="3009900" cy="6912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07" name="Google Shape;1007;p93"/>
            <p:cNvCxnSpPr/>
            <p:nvPr/>
          </p:nvCxnSpPr>
          <p:spPr>
            <a:xfrm>
              <a:off x="7566300" y="4652784"/>
              <a:ext cx="1577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08" name="Google Shape;1008;p93"/>
          <p:cNvSpPr txBox="1"/>
          <p:nvPr>
            <p:ph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1009" name="Google Shape;1009;p9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"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1" name="Google Shape;1011;p94"/>
          <p:cNvGrpSpPr/>
          <p:nvPr/>
        </p:nvGrpSpPr>
        <p:grpSpPr>
          <a:xfrm>
            <a:off x="7132025" y="-63150"/>
            <a:ext cx="2410208" cy="2190775"/>
            <a:chOff x="7132025" y="-63150"/>
            <a:chExt cx="2410208" cy="2190775"/>
          </a:xfrm>
        </p:grpSpPr>
        <p:sp>
          <p:nvSpPr>
            <p:cNvPr id="1012" name="Google Shape;1012;p94"/>
            <p:cNvSpPr/>
            <p:nvPr/>
          </p:nvSpPr>
          <p:spPr>
            <a:xfrm flipH="1" rot="10800000">
              <a:off x="7274600" y="-17209"/>
              <a:ext cx="1869356" cy="2144834"/>
            </a:xfrm>
            <a:custGeom>
              <a:rect b="b" l="l" r="r" t="t"/>
              <a:pathLst>
                <a:path extrusionOk="0" h="52936" w="46137">
                  <a:moveTo>
                    <a:pt x="46137" y="0"/>
                  </a:moveTo>
                  <a:lnTo>
                    <a:pt x="31599" y="0"/>
                  </a:lnTo>
                  <a:cubicBezTo>
                    <a:pt x="29635" y="0"/>
                    <a:pt x="27813" y="1084"/>
                    <a:pt x="26896" y="2810"/>
                  </a:cubicBezTo>
                  <a:lnTo>
                    <a:pt x="0" y="52935"/>
                  </a:lnTo>
                  <a:lnTo>
                    <a:pt x="46137" y="52935"/>
                  </a:lnTo>
                  <a:lnTo>
                    <a:pt x="4613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94"/>
            <p:cNvSpPr/>
            <p:nvPr/>
          </p:nvSpPr>
          <p:spPr>
            <a:xfrm>
              <a:off x="8134575" y="-63150"/>
              <a:ext cx="1407658" cy="1095603"/>
            </a:xfrm>
            <a:custGeom>
              <a:rect b="b" l="l" r="r" t="t"/>
              <a:pathLst>
                <a:path extrusionOk="0" h="27171" w="34910">
                  <a:moveTo>
                    <a:pt x="13264" y="12"/>
                  </a:moveTo>
                  <a:lnTo>
                    <a:pt x="1072" y="22765"/>
                  </a:lnTo>
                  <a:cubicBezTo>
                    <a:pt x="0" y="24765"/>
                    <a:pt x="1453" y="27171"/>
                    <a:pt x="3739" y="27171"/>
                  </a:cubicBezTo>
                  <a:lnTo>
                    <a:pt x="18526" y="27171"/>
                  </a:lnTo>
                  <a:cubicBezTo>
                    <a:pt x="19645" y="27171"/>
                    <a:pt x="20669" y="26563"/>
                    <a:pt x="21193" y="25587"/>
                  </a:cubicBezTo>
                  <a:lnTo>
                    <a:pt x="34909" y="1"/>
                  </a:lnTo>
                  <a:lnTo>
                    <a:pt x="13264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94"/>
            <p:cNvSpPr/>
            <p:nvPr/>
          </p:nvSpPr>
          <p:spPr>
            <a:xfrm>
              <a:off x="8261925" y="535000"/>
              <a:ext cx="818600" cy="1140325"/>
            </a:xfrm>
            <a:custGeom>
              <a:rect b="b" l="l" r="r" t="t"/>
              <a:pathLst>
                <a:path extrusionOk="0" h="45613" w="32744">
                  <a:moveTo>
                    <a:pt x="23671" y="1488"/>
                  </a:moveTo>
                  <a:lnTo>
                    <a:pt x="1" y="45613"/>
                  </a:lnTo>
                  <a:lnTo>
                    <a:pt x="8288" y="45613"/>
                  </a:lnTo>
                  <a:lnTo>
                    <a:pt x="32743" y="0"/>
                  </a:lnTo>
                  <a:lnTo>
                    <a:pt x="26171" y="0"/>
                  </a:lnTo>
                  <a:cubicBezTo>
                    <a:pt x="25123" y="0"/>
                    <a:pt x="24159" y="572"/>
                    <a:pt x="23671" y="148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63000">
                  <a:srgbClr val="194175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15" name="Google Shape;1015;p94"/>
            <p:cNvCxnSpPr/>
            <p:nvPr/>
          </p:nvCxnSpPr>
          <p:spPr>
            <a:xfrm flipH="1" rot="10800000">
              <a:off x="8012900" y="40425"/>
              <a:ext cx="416100" cy="720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6" name="Google Shape;1016;p94"/>
            <p:cNvCxnSpPr/>
            <p:nvPr/>
          </p:nvCxnSpPr>
          <p:spPr>
            <a:xfrm rot="10800000">
              <a:off x="7132025" y="-4875"/>
              <a:ext cx="749700" cy="13446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17" name="Google Shape;1017;p94"/>
          <p:cNvSpPr txBox="1"/>
          <p:nvPr>
            <p:ph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1018" name="Google Shape;1018;p9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3"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0" name="Google Shape;1020;p95"/>
          <p:cNvGrpSpPr/>
          <p:nvPr/>
        </p:nvGrpSpPr>
        <p:grpSpPr>
          <a:xfrm>
            <a:off x="-1527400" y="-48600"/>
            <a:ext cx="3310700" cy="922659"/>
            <a:chOff x="-1527400" y="-48600"/>
            <a:chExt cx="3310700" cy="922659"/>
          </a:xfrm>
        </p:grpSpPr>
        <p:sp>
          <p:nvSpPr>
            <p:cNvPr id="1021" name="Google Shape;1021;p95"/>
            <p:cNvSpPr/>
            <p:nvPr/>
          </p:nvSpPr>
          <p:spPr>
            <a:xfrm>
              <a:off x="-1226600" y="-48600"/>
              <a:ext cx="3009900" cy="6912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95"/>
            <p:cNvSpPr/>
            <p:nvPr/>
          </p:nvSpPr>
          <p:spPr>
            <a:xfrm>
              <a:off x="-1527400" y="95625"/>
              <a:ext cx="3009900" cy="6912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23" name="Google Shape;1023;p95"/>
            <p:cNvCxnSpPr/>
            <p:nvPr/>
          </p:nvCxnSpPr>
          <p:spPr>
            <a:xfrm>
              <a:off x="-399075" y="699209"/>
              <a:ext cx="15777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24" name="Google Shape;1024;p95"/>
            <p:cNvCxnSpPr/>
            <p:nvPr/>
          </p:nvCxnSpPr>
          <p:spPr>
            <a:xfrm>
              <a:off x="-711725" y="874059"/>
              <a:ext cx="1577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25" name="Google Shape;1025;p95"/>
          <p:cNvSpPr txBox="1"/>
          <p:nvPr>
            <p:ph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1026" name="Google Shape;1026;p9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5"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96"/>
          <p:cNvSpPr txBox="1"/>
          <p:nvPr>
            <p:ph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1029" name="Google Shape;1029;p9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6"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oogle Shape;1031;p97"/>
          <p:cNvGrpSpPr/>
          <p:nvPr/>
        </p:nvGrpSpPr>
        <p:grpSpPr>
          <a:xfrm>
            <a:off x="7132025" y="-63150"/>
            <a:ext cx="2410208" cy="2190775"/>
            <a:chOff x="7132025" y="-63150"/>
            <a:chExt cx="2410208" cy="2190775"/>
          </a:xfrm>
        </p:grpSpPr>
        <p:sp>
          <p:nvSpPr>
            <p:cNvPr id="1032" name="Google Shape;1032;p97"/>
            <p:cNvSpPr/>
            <p:nvPr/>
          </p:nvSpPr>
          <p:spPr>
            <a:xfrm flipH="1" rot="10800000">
              <a:off x="7274600" y="-17209"/>
              <a:ext cx="1869356" cy="2144834"/>
            </a:xfrm>
            <a:custGeom>
              <a:rect b="b" l="l" r="r" t="t"/>
              <a:pathLst>
                <a:path extrusionOk="0" h="52936" w="46137">
                  <a:moveTo>
                    <a:pt x="46137" y="0"/>
                  </a:moveTo>
                  <a:lnTo>
                    <a:pt x="31599" y="0"/>
                  </a:lnTo>
                  <a:cubicBezTo>
                    <a:pt x="29635" y="0"/>
                    <a:pt x="27813" y="1084"/>
                    <a:pt x="26896" y="2810"/>
                  </a:cubicBezTo>
                  <a:lnTo>
                    <a:pt x="0" y="52935"/>
                  </a:lnTo>
                  <a:lnTo>
                    <a:pt x="46137" y="52935"/>
                  </a:lnTo>
                  <a:lnTo>
                    <a:pt x="4613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97"/>
            <p:cNvSpPr/>
            <p:nvPr/>
          </p:nvSpPr>
          <p:spPr>
            <a:xfrm>
              <a:off x="8134575" y="-63150"/>
              <a:ext cx="1407658" cy="1095603"/>
            </a:xfrm>
            <a:custGeom>
              <a:rect b="b" l="l" r="r" t="t"/>
              <a:pathLst>
                <a:path extrusionOk="0" h="27171" w="34910">
                  <a:moveTo>
                    <a:pt x="13264" y="12"/>
                  </a:moveTo>
                  <a:lnTo>
                    <a:pt x="1072" y="22765"/>
                  </a:lnTo>
                  <a:cubicBezTo>
                    <a:pt x="0" y="24765"/>
                    <a:pt x="1453" y="27171"/>
                    <a:pt x="3739" y="27171"/>
                  </a:cubicBezTo>
                  <a:lnTo>
                    <a:pt x="18526" y="27171"/>
                  </a:lnTo>
                  <a:cubicBezTo>
                    <a:pt x="19645" y="27171"/>
                    <a:pt x="20669" y="26563"/>
                    <a:pt x="21193" y="25587"/>
                  </a:cubicBezTo>
                  <a:lnTo>
                    <a:pt x="34909" y="1"/>
                  </a:lnTo>
                  <a:lnTo>
                    <a:pt x="13264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97"/>
            <p:cNvSpPr/>
            <p:nvPr/>
          </p:nvSpPr>
          <p:spPr>
            <a:xfrm>
              <a:off x="8261925" y="535000"/>
              <a:ext cx="818600" cy="1140325"/>
            </a:xfrm>
            <a:custGeom>
              <a:rect b="b" l="l" r="r" t="t"/>
              <a:pathLst>
                <a:path extrusionOk="0" h="45613" w="32744">
                  <a:moveTo>
                    <a:pt x="23671" y="1488"/>
                  </a:moveTo>
                  <a:lnTo>
                    <a:pt x="1" y="45613"/>
                  </a:lnTo>
                  <a:lnTo>
                    <a:pt x="8288" y="45613"/>
                  </a:lnTo>
                  <a:lnTo>
                    <a:pt x="32743" y="0"/>
                  </a:lnTo>
                  <a:lnTo>
                    <a:pt x="26171" y="0"/>
                  </a:lnTo>
                  <a:cubicBezTo>
                    <a:pt x="25123" y="0"/>
                    <a:pt x="24159" y="572"/>
                    <a:pt x="23671" y="148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63000">
                  <a:srgbClr val="194175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35" name="Google Shape;1035;p97"/>
            <p:cNvCxnSpPr/>
            <p:nvPr/>
          </p:nvCxnSpPr>
          <p:spPr>
            <a:xfrm flipH="1" rot="10800000">
              <a:off x="8012900" y="40425"/>
              <a:ext cx="416100" cy="720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6" name="Google Shape;1036;p97"/>
            <p:cNvCxnSpPr/>
            <p:nvPr/>
          </p:nvCxnSpPr>
          <p:spPr>
            <a:xfrm rot="10800000">
              <a:off x="7132025" y="-4875"/>
              <a:ext cx="749700" cy="13446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37" name="Google Shape;1037;p97"/>
          <p:cNvSpPr txBox="1"/>
          <p:nvPr>
            <p:ph idx="1" type="subTitle"/>
          </p:nvPr>
        </p:nvSpPr>
        <p:spPr>
          <a:xfrm>
            <a:off x="713100" y="855163"/>
            <a:ext cx="37395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2727"/>
              </a:buClr>
              <a:buSzPts val="1800"/>
              <a:buFont typeface="Open Sans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●"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●"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 sz="1600"/>
            </a:lvl9pPr>
          </a:lstStyle>
          <a:p/>
        </p:txBody>
      </p:sp>
      <p:sp>
        <p:nvSpPr>
          <p:cNvPr id="1038" name="Google Shape;1038;p97"/>
          <p:cNvSpPr txBox="1"/>
          <p:nvPr>
            <p:ph idx="2" type="subTitle"/>
          </p:nvPr>
        </p:nvSpPr>
        <p:spPr>
          <a:xfrm>
            <a:off x="4691400" y="1824300"/>
            <a:ext cx="3739500" cy="24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●"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●"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 sz="1600"/>
            </a:lvl9pPr>
          </a:lstStyle>
          <a:p/>
        </p:txBody>
      </p:sp>
      <p:sp>
        <p:nvSpPr>
          <p:cNvPr id="1039" name="Google Shape;1039;p97"/>
          <p:cNvSpPr txBox="1"/>
          <p:nvPr>
            <p:ph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1040" name="Google Shape;1040;p9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7"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2" name="Google Shape;1042;p98"/>
          <p:cNvGrpSpPr/>
          <p:nvPr/>
        </p:nvGrpSpPr>
        <p:grpSpPr>
          <a:xfrm>
            <a:off x="-21600" y="-472925"/>
            <a:ext cx="9484685" cy="5698300"/>
            <a:chOff x="-21600" y="-472925"/>
            <a:chExt cx="9484685" cy="5698300"/>
          </a:xfrm>
        </p:grpSpPr>
        <p:grpSp>
          <p:nvGrpSpPr>
            <p:cNvPr id="1043" name="Google Shape;1043;p98"/>
            <p:cNvGrpSpPr/>
            <p:nvPr/>
          </p:nvGrpSpPr>
          <p:grpSpPr>
            <a:xfrm>
              <a:off x="-21600" y="-472925"/>
              <a:ext cx="1218325" cy="1833575"/>
              <a:chOff x="-21600" y="-472925"/>
              <a:chExt cx="1218325" cy="1833575"/>
            </a:xfrm>
          </p:grpSpPr>
          <p:sp>
            <p:nvSpPr>
              <p:cNvPr id="1044" name="Google Shape;1044;p98"/>
              <p:cNvSpPr/>
              <p:nvPr/>
            </p:nvSpPr>
            <p:spPr>
              <a:xfrm flipH="1" rot="10800000">
                <a:off x="-21600" y="-472925"/>
                <a:ext cx="1218325" cy="1833575"/>
              </a:xfrm>
              <a:custGeom>
                <a:rect b="b" l="l" r="r" t="t"/>
                <a:pathLst>
                  <a:path extrusionOk="0" h="73343" w="48733">
                    <a:moveTo>
                      <a:pt x="48732" y="73342"/>
                    </a:moveTo>
                    <a:lnTo>
                      <a:pt x="0" y="73342"/>
                    </a:lnTo>
                    <a:lnTo>
                      <a:pt x="0" y="0"/>
                    </a:lnTo>
                    <a:lnTo>
                      <a:pt x="45399" y="23932"/>
                    </a:lnTo>
                    <a:cubicBezTo>
                      <a:pt x="47447" y="25015"/>
                      <a:pt x="48732" y="27134"/>
                      <a:pt x="48732" y="29432"/>
                    </a:cubicBezTo>
                    <a:lnTo>
                      <a:pt x="48732" y="7334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5"/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5" name="Google Shape;1045;p98"/>
              <p:cNvSpPr/>
              <p:nvPr/>
            </p:nvSpPr>
            <p:spPr>
              <a:xfrm flipH="1" rot="5400000">
                <a:off x="-290306" y="-195780"/>
                <a:ext cx="1407925" cy="870435"/>
              </a:xfrm>
              <a:custGeom>
                <a:rect b="b" l="l" r="r" t="t"/>
                <a:pathLst>
                  <a:path extrusionOk="0" h="33350" w="56317">
                    <a:moveTo>
                      <a:pt x="56317" y="33350"/>
                    </a:moveTo>
                    <a:lnTo>
                      <a:pt x="56317" y="0"/>
                    </a:lnTo>
                    <a:lnTo>
                      <a:pt x="20074" y="0"/>
                    </a:lnTo>
                    <a:cubicBezTo>
                      <a:pt x="18741" y="0"/>
                      <a:pt x="17514" y="739"/>
                      <a:pt x="16883" y="1905"/>
                    </a:cubicBezTo>
                    <a:lnTo>
                      <a:pt x="0" y="33350"/>
                    </a:lnTo>
                    <a:cubicBezTo>
                      <a:pt x="0" y="33350"/>
                      <a:pt x="53412" y="33326"/>
                      <a:pt x="56317" y="3335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34000">
                    <a:srgbClr val="FAB93C"/>
                  </a:gs>
                  <a:gs pos="100000">
                    <a:schemeClr val="accent4"/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6" name="Google Shape;1046;p98"/>
            <p:cNvSpPr/>
            <p:nvPr/>
          </p:nvSpPr>
          <p:spPr>
            <a:xfrm>
              <a:off x="8062250" y="3901975"/>
              <a:ext cx="1153425" cy="1323400"/>
            </a:xfrm>
            <a:custGeom>
              <a:rect b="b" l="l" r="r" t="t"/>
              <a:pathLst>
                <a:path extrusionOk="0" h="52936" w="46137">
                  <a:moveTo>
                    <a:pt x="46137" y="0"/>
                  </a:moveTo>
                  <a:lnTo>
                    <a:pt x="31599" y="0"/>
                  </a:lnTo>
                  <a:cubicBezTo>
                    <a:pt x="29635" y="0"/>
                    <a:pt x="27813" y="1084"/>
                    <a:pt x="26896" y="2810"/>
                  </a:cubicBezTo>
                  <a:lnTo>
                    <a:pt x="0" y="52935"/>
                  </a:lnTo>
                  <a:lnTo>
                    <a:pt x="46137" y="52935"/>
                  </a:lnTo>
                  <a:lnTo>
                    <a:pt x="46137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98"/>
            <p:cNvSpPr/>
            <p:nvPr/>
          </p:nvSpPr>
          <p:spPr>
            <a:xfrm>
              <a:off x="8626502" y="3996175"/>
              <a:ext cx="836583" cy="930567"/>
            </a:xfrm>
            <a:custGeom>
              <a:rect b="b" l="l" r="r" t="t"/>
              <a:pathLst>
                <a:path extrusionOk="0" h="15456" w="13895">
                  <a:moveTo>
                    <a:pt x="4846" y="15455"/>
                  </a:moveTo>
                  <a:lnTo>
                    <a:pt x="1548" y="15455"/>
                  </a:lnTo>
                  <a:cubicBezTo>
                    <a:pt x="608" y="15455"/>
                    <a:pt x="0" y="14455"/>
                    <a:pt x="453" y="13634"/>
                  </a:cubicBezTo>
                  <a:lnTo>
                    <a:pt x="7763" y="1"/>
                  </a:lnTo>
                  <a:lnTo>
                    <a:pt x="13895" y="1"/>
                  </a:lnTo>
                  <a:lnTo>
                    <a:pt x="5953" y="14800"/>
                  </a:lnTo>
                  <a:cubicBezTo>
                    <a:pt x="5739" y="15205"/>
                    <a:pt x="5311" y="15455"/>
                    <a:pt x="4846" y="15455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8" name="Google Shape;1048;p98"/>
          <p:cNvSpPr txBox="1"/>
          <p:nvPr>
            <p:ph idx="1" type="subTitle"/>
          </p:nvPr>
        </p:nvSpPr>
        <p:spPr>
          <a:xfrm>
            <a:off x="713100" y="997300"/>
            <a:ext cx="37395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●"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●"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 sz="1600"/>
            </a:lvl9pPr>
          </a:lstStyle>
          <a:p/>
        </p:txBody>
      </p:sp>
      <p:sp>
        <p:nvSpPr>
          <p:cNvPr id="1049" name="Google Shape;1049;p98"/>
          <p:cNvSpPr txBox="1"/>
          <p:nvPr>
            <p:ph idx="2" type="subTitle"/>
          </p:nvPr>
        </p:nvSpPr>
        <p:spPr>
          <a:xfrm>
            <a:off x="4691400" y="1966425"/>
            <a:ext cx="3739500" cy="25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●"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●"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 sz="1600"/>
            </a:lvl9pPr>
          </a:lstStyle>
          <a:p/>
        </p:txBody>
      </p:sp>
      <p:sp>
        <p:nvSpPr>
          <p:cNvPr id="1050" name="Google Shape;1050;p98"/>
          <p:cNvSpPr txBox="1"/>
          <p:nvPr>
            <p:ph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1051" name="Google Shape;1051;p9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1">
  <p:cSld name="BLANK_1_1_1_1_1_1_2_1"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3" name="Google Shape;1053;p99"/>
          <p:cNvGrpSpPr/>
          <p:nvPr/>
        </p:nvGrpSpPr>
        <p:grpSpPr>
          <a:xfrm>
            <a:off x="-2021398" y="-280488"/>
            <a:ext cx="13186853" cy="5587491"/>
            <a:chOff x="-2021398" y="-280488"/>
            <a:chExt cx="13186853" cy="5587491"/>
          </a:xfrm>
        </p:grpSpPr>
        <p:grpSp>
          <p:nvGrpSpPr>
            <p:cNvPr id="1054" name="Google Shape;1054;p99"/>
            <p:cNvGrpSpPr/>
            <p:nvPr/>
          </p:nvGrpSpPr>
          <p:grpSpPr>
            <a:xfrm>
              <a:off x="-2021398" y="-280488"/>
              <a:ext cx="3285628" cy="5470491"/>
              <a:chOff x="-2021398" y="-280488"/>
              <a:chExt cx="3285628" cy="5470491"/>
            </a:xfrm>
          </p:grpSpPr>
          <p:pic>
            <p:nvPicPr>
              <p:cNvPr id="1055" name="Google Shape;1055;p99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 rot="5400000">
                <a:off x="-3112423" y="810537"/>
                <a:ext cx="5423976" cy="324192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56" name="Google Shape;1056;p99"/>
              <p:cNvSpPr/>
              <p:nvPr/>
            </p:nvSpPr>
            <p:spPr>
              <a:xfrm flipH="1" rot="10800000">
                <a:off x="-980170" y="-153175"/>
                <a:ext cx="1381200" cy="2023500"/>
              </a:xfrm>
              <a:prstGeom prst="round1Rect">
                <a:avLst>
                  <a:gd fmla="val 50000" name="adj"/>
                </a:avLst>
              </a:pr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" name="Google Shape;1057;p99"/>
              <p:cNvSpPr/>
              <p:nvPr/>
            </p:nvSpPr>
            <p:spPr>
              <a:xfrm rot="10800000">
                <a:off x="-980184" y="2606537"/>
                <a:ext cx="2200736" cy="2583466"/>
              </a:xfrm>
              <a:custGeom>
                <a:rect b="b" l="l" r="r" t="t"/>
                <a:pathLst>
                  <a:path extrusionOk="0" h="35350" w="30112">
                    <a:moveTo>
                      <a:pt x="30111" y="0"/>
                    </a:moveTo>
                    <a:lnTo>
                      <a:pt x="0" y="0"/>
                    </a:lnTo>
                    <a:lnTo>
                      <a:pt x="17169" y="32016"/>
                    </a:lnTo>
                    <a:cubicBezTo>
                      <a:pt x="18265" y="34064"/>
                      <a:pt x="20408" y="35350"/>
                      <a:pt x="22753" y="35350"/>
                    </a:cubicBezTo>
                    <a:lnTo>
                      <a:pt x="30111" y="3535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5"/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8" name="Google Shape;1058;p99"/>
              <p:cNvSpPr/>
              <p:nvPr/>
            </p:nvSpPr>
            <p:spPr>
              <a:xfrm flipH="1">
                <a:off x="-49362" y="3718588"/>
                <a:ext cx="1313592" cy="1462763"/>
              </a:xfrm>
              <a:custGeom>
                <a:rect b="b" l="l" r="r" t="t"/>
                <a:pathLst>
                  <a:path extrusionOk="0" h="28957" w="26004">
                    <a:moveTo>
                      <a:pt x="16931" y="1"/>
                    </a:moveTo>
                    <a:cubicBezTo>
                      <a:pt x="16062" y="1"/>
                      <a:pt x="15276" y="477"/>
                      <a:pt x="14871" y="1239"/>
                    </a:cubicBezTo>
                    <a:lnTo>
                      <a:pt x="0" y="28957"/>
                    </a:lnTo>
                    <a:lnTo>
                      <a:pt x="11490" y="28957"/>
                    </a:lnTo>
                    <a:lnTo>
                      <a:pt x="25182" y="3418"/>
                    </a:lnTo>
                    <a:cubicBezTo>
                      <a:pt x="26003" y="1870"/>
                      <a:pt x="24872" y="1"/>
                      <a:pt x="231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59" name="Google Shape;1059;p99"/>
              <p:cNvCxnSpPr/>
              <p:nvPr/>
            </p:nvCxnSpPr>
            <p:spPr>
              <a:xfrm rot="10800000">
                <a:off x="-133745" y="2037184"/>
                <a:ext cx="803700" cy="14985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60" name="Google Shape;1060;p99"/>
              <p:cNvSpPr/>
              <p:nvPr/>
            </p:nvSpPr>
            <p:spPr>
              <a:xfrm>
                <a:off x="341500" y="1930000"/>
                <a:ext cx="747202" cy="831749"/>
              </a:xfrm>
              <a:custGeom>
                <a:rect b="b" l="l" r="r" t="t"/>
                <a:pathLst>
                  <a:path extrusionOk="0" h="15455" w="13884">
                    <a:moveTo>
                      <a:pt x="9037" y="15454"/>
                    </a:moveTo>
                    <a:lnTo>
                      <a:pt x="12335" y="15454"/>
                    </a:lnTo>
                    <a:cubicBezTo>
                      <a:pt x="13276" y="15454"/>
                      <a:pt x="13883" y="14454"/>
                      <a:pt x="13443" y="13633"/>
                    </a:cubicBezTo>
                    <a:lnTo>
                      <a:pt x="6132" y="0"/>
                    </a:lnTo>
                    <a:lnTo>
                      <a:pt x="0" y="0"/>
                    </a:lnTo>
                    <a:lnTo>
                      <a:pt x="7930" y="14799"/>
                    </a:lnTo>
                    <a:cubicBezTo>
                      <a:pt x="8144" y="15204"/>
                      <a:pt x="8573" y="15454"/>
                      <a:pt x="9037" y="1545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61" name="Google Shape;1061;p99"/>
            <p:cNvGrpSpPr/>
            <p:nvPr/>
          </p:nvGrpSpPr>
          <p:grpSpPr>
            <a:xfrm flipH="1">
              <a:off x="7879827" y="-163488"/>
              <a:ext cx="3285628" cy="5470491"/>
              <a:chOff x="-2021398" y="-280488"/>
              <a:chExt cx="3285628" cy="5470491"/>
            </a:xfrm>
          </p:grpSpPr>
          <p:pic>
            <p:nvPicPr>
              <p:cNvPr id="1062" name="Google Shape;1062;p99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 rot="5400000">
                <a:off x="-3112423" y="810537"/>
                <a:ext cx="5423976" cy="324192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63" name="Google Shape;1063;p99"/>
              <p:cNvSpPr/>
              <p:nvPr/>
            </p:nvSpPr>
            <p:spPr>
              <a:xfrm flipH="1" rot="10800000">
                <a:off x="-980170" y="-153175"/>
                <a:ext cx="1381200" cy="2023500"/>
              </a:xfrm>
              <a:prstGeom prst="round1Rect">
                <a:avLst>
                  <a:gd fmla="val 50000" name="adj"/>
                </a:avLst>
              </a:pr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4" name="Google Shape;1064;p99"/>
              <p:cNvSpPr/>
              <p:nvPr/>
            </p:nvSpPr>
            <p:spPr>
              <a:xfrm rot="10800000">
                <a:off x="-980184" y="2606537"/>
                <a:ext cx="2200736" cy="2583466"/>
              </a:xfrm>
              <a:custGeom>
                <a:rect b="b" l="l" r="r" t="t"/>
                <a:pathLst>
                  <a:path extrusionOk="0" h="35350" w="30112">
                    <a:moveTo>
                      <a:pt x="30111" y="0"/>
                    </a:moveTo>
                    <a:lnTo>
                      <a:pt x="0" y="0"/>
                    </a:lnTo>
                    <a:lnTo>
                      <a:pt x="17169" y="32016"/>
                    </a:lnTo>
                    <a:cubicBezTo>
                      <a:pt x="18265" y="34064"/>
                      <a:pt x="20408" y="35350"/>
                      <a:pt x="22753" y="35350"/>
                    </a:cubicBezTo>
                    <a:lnTo>
                      <a:pt x="30111" y="3535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5"/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5" name="Google Shape;1065;p99"/>
              <p:cNvSpPr/>
              <p:nvPr/>
            </p:nvSpPr>
            <p:spPr>
              <a:xfrm flipH="1">
                <a:off x="-49362" y="3718588"/>
                <a:ext cx="1313592" cy="1462763"/>
              </a:xfrm>
              <a:custGeom>
                <a:rect b="b" l="l" r="r" t="t"/>
                <a:pathLst>
                  <a:path extrusionOk="0" h="28957" w="26004">
                    <a:moveTo>
                      <a:pt x="16931" y="1"/>
                    </a:moveTo>
                    <a:cubicBezTo>
                      <a:pt x="16062" y="1"/>
                      <a:pt x="15276" y="477"/>
                      <a:pt x="14871" y="1239"/>
                    </a:cubicBezTo>
                    <a:lnTo>
                      <a:pt x="0" y="28957"/>
                    </a:lnTo>
                    <a:lnTo>
                      <a:pt x="11490" y="28957"/>
                    </a:lnTo>
                    <a:lnTo>
                      <a:pt x="25182" y="3418"/>
                    </a:lnTo>
                    <a:cubicBezTo>
                      <a:pt x="26003" y="1870"/>
                      <a:pt x="24872" y="1"/>
                      <a:pt x="231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66" name="Google Shape;1066;p99"/>
              <p:cNvCxnSpPr/>
              <p:nvPr/>
            </p:nvCxnSpPr>
            <p:spPr>
              <a:xfrm rot="10800000">
                <a:off x="-133745" y="2037184"/>
                <a:ext cx="803700" cy="14985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67" name="Google Shape;1067;p99"/>
              <p:cNvSpPr/>
              <p:nvPr/>
            </p:nvSpPr>
            <p:spPr>
              <a:xfrm>
                <a:off x="341500" y="1930000"/>
                <a:ext cx="747202" cy="831749"/>
              </a:xfrm>
              <a:custGeom>
                <a:rect b="b" l="l" r="r" t="t"/>
                <a:pathLst>
                  <a:path extrusionOk="0" h="15455" w="13884">
                    <a:moveTo>
                      <a:pt x="9037" y="15454"/>
                    </a:moveTo>
                    <a:lnTo>
                      <a:pt x="12335" y="15454"/>
                    </a:lnTo>
                    <a:cubicBezTo>
                      <a:pt x="13276" y="15454"/>
                      <a:pt x="13883" y="14454"/>
                      <a:pt x="13443" y="13633"/>
                    </a:cubicBezTo>
                    <a:lnTo>
                      <a:pt x="6132" y="0"/>
                    </a:lnTo>
                    <a:lnTo>
                      <a:pt x="0" y="0"/>
                    </a:lnTo>
                    <a:lnTo>
                      <a:pt x="7930" y="14799"/>
                    </a:lnTo>
                    <a:cubicBezTo>
                      <a:pt x="8144" y="15204"/>
                      <a:pt x="8573" y="15454"/>
                      <a:pt x="9037" y="1545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68" name="Google Shape;1068;p99"/>
          <p:cNvSpPr txBox="1"/>
          <p:nvPr>
            <p:ph type="ctrTitle"/>
          </p:nvPr>
        </p:nvSpPr>
        <p:spPr>
          <a:xfrm>
            <a:off x="2430025" y="669825"/>
            <a:ext cx="4284000" cy="9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69" name="Google Shape;1069;p99"/>
          <p:cNvSpPr txBox="1"/>
          <p:nvPr>
            <p:ph idx="1" type="subTitle"/>
          </p:nvPr>
        </p:nvSpPr>
        <p:spPr>
          <a:xfrm>
            <a:off x="2425075" y="1646825"/>
            <a:ext cx="42939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70" name="Google Shape;1070;p99"/>
          <p:cNvSpPr txBox="1"/>
          <p:nvPr/>
        </p:nvSpPr>
        <p:spPr>
          <a:xfrm>
            <a:off x="2122375" y="3363700"/>
            <a:ext cx="4899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CREDITS: This presentation template was created by</a:t>
            </a:r>
            <a:r>
              <a:rPr b="0" i="0" lang="en" sz="1400" u="none" cap="none" strike="noStrike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1" i="0" lang="en" sz="1400" u="none" cap="none" strike="noStrike">
                <a:solidFill>
                  <a:schemeClr val="accent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4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including icons by</a:t>
            </a:r>
            <a:r>
              <a:rPr b="0" i="0" lang="en" sz="1400" u="none" cap="none" strike="noStrike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1" i="0" lang="en" sz="1400" u="none" cap="none" strike="noStrike">
                <a:solidFill>
                  <a:schemeClr val="accent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4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infographics &amp;</a:t>
            </a:r>
            <a:r>
              <a:rPr b="0" i="0" lang="en" sz="1400" u="none" cap="none" strike="noStrike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0" i="0" lang="en" sz="14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images by </a:t>
            </a:r>
            <a:r>
              <a:rPr b="1" i="0" lang="en" sz="1400" u="none" cap="none" strike="noStrike">
                <a:solidFill>
                  <a:schemeClr val="accent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400" u="none" cap="none" strike="noStrike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71" name="Google Shape;1071;p9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3" name="Google Shape;1073;p100"/>
          <p:cNvGrpSpPr/>
          <p:nvPr/>
        </p:nvGrpSpPr>
        <p:grpSpPr>
          <a:xfrm>
            <a:off x="-289287" y="-577505"/>
            <a:ext cx="10470662" cy="5721006"/>
            <a:chOff x="-289287" y="-577505"/>
            <a:chExt cx="10470662" cy="5721006"/>
          </a:xfrm>
        </p:grpSpPr>
        <p:sp>
          <p:nvSpPr>
            <p:cNvPr id="1074" name="Google Shape;1074;p100"/>
            <p:cNvSpPr/>
            <p:nvPr/>
          </p:nvSpPr>
          <p:spPr>
            <a:xfrm flipH="1">
              <a:off x="-227693" y="-82087"/>
              <a:ext cx="1585322" cy="1861089"/>
            </a:xfrm>
            <a:custGeom>
              <a:rect b="b" l="l" r="r" t="t"/>
              <a:pathLst>
                <a:path extrusionOk="0" h="35350" w="30112">
                  <a:moveTo>
                    <a:pt x="30111" y="0"/>
                  </a:moveTo>
                  <a:lnTo>
                    <a:pt x="0" y="0"/>
                  </a:lnTo>
                  <a:lnTo>
                    <a:pt x="17169" y="32016"/>
                  </a:lnTo>
                  <a:cubicBezTo>
                    <a:pt x="18265" y="34064"/>
                    <a:pt x="20408" y="35350"/>
                    <a:pt x="22753" y="35350"/>
                  </a:cubicBezTo>
                  <a:lnTo>
                    <a:pt x="30111" y="3535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100"/>
            <p:cNvSpPr/>
            <p:nvPr/>
          </p:nvSpPr>
          <p:spPr>
            <a:xfrm flipH="1" rot="3397010">
              <a:off x="21768" y="-360169"/>
              <a:ext cx="1298627" cy="1444518"/>
            </a:xfrm>
            <a:custGeom>
              <a:rect b="b" l="l" r="r" t="t"/>
              <a:pathLst>
                <a:path extrusionOk="0" h="15456" w="13895">
                  <a:moveTo>
                    <a:pt x="4846" y="15455"/>
                  </a:moveTo>
                  <a:lnTo>
                    <a:pt x="1548" y="15455"/>
                  </a:lnTo>
                  <a:cubicBezTo>
                    <a:pt x="608" y="15455"/>
                    <a:pt x="0" y="14455"/>
                    <a:pt x="453" y="13634"/>
                  </a:cubicBezTo>
                  <a:lnTo>
                    <a:pt x="7763" y="1"/>
                  </a:lnTo>
                  <a:lnTo>
                    <a:pt x="13895" y="1"/>
                  </a:lnTo>
                  <a:lnTo>
                    <a:pt x="5953" y="14800"/>
                  </a:lnTo>
                  <a:cubicBezTo>
                    <a:pt x="5739" y="15205"/>
                    <a:pt x="5311" y="15455"/>
                    <a:pt x="4846" y="15455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100"/>
            <p:cNvSpPr/>
            <p:nvPr/>
          </p:nvSpPr>
          <p:spPr>
            <a:xfrm>
              <a:off x="7613825" y="4684125"/>
              <a:ext cx="1698150" cy="459376"/>
            </a:xfrm>
            <a:custGeom>
              <a:rect b="b" l="l" r="r" t="t"/>
              <a:pathLst>
                <a:path extrusionOk="0" h="6049" w="22361">
                  <a:moveTo>
                    <a:pt x="19336" y="6049"/>
                  </a:moveTo>
                  <a:lnTo>
                    <a:pt x="3024" y="6049"/>
                  </a:lnTo>
                  <a:cubicBezTo>
                    <a:pt x="1358" y="6049"/>
                    <a:pt x="0" y="4692"/>
                    <a:pt x="0" y="3025"/>
                  </a:cubicBezTo>
                  <a:lnTo>
                    <a:pt x="0" y="3025"/>
                  </a:lnTo>
                  <a:cubicBezTo>
                    <a:pt x="0" y="1358"/>
                    <a:pt x="1358" y="1"/>
                    <a:pt x="3024" y="1"/>
                  </a:cubicBezTo>
                  <a:lnTo>
                    <a:pt x="19336" y="1"/>
                  </a:lnTo>
                  <a:cubicBezTo>
                    <a:pt x="21003" y="1"/>
                    <a:pt x="22360" y="1358"/>
                    <a:pt x="22360" y="3025"/>
                  </a:cubicBezTo>
                  <a:lnTo>
                    <a:pt x="22360" y="3025"/>
                  </a:lnTo>
                  <a:cubicBezTo>
                    <a:pt x="22360" y="4692"/>
                    <a:pt x="21003" y="6049"/>
                    <a:pt x="19336" y="6049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100"/>
            <p:cNvSpPr/>
            <p:nvPr/>
          </p:nvSpPr>
          <p:spPr>
            <a:xfrm>
              <a:off x="8483225" y="0"/>
              <a:ext cx="1698150" cy="459376"/>
            </a:xfrm>
            <a:custGeom>
              <a:rect b="b" l="l" r="r" t="t"/>
              <a:pathLst>
                <a:path extrusionOk="0" h="6049" w="22361">
                  <a:moveTo>
                    <a:pt x="19336" y="6049"/>
                  </a:moveTo>
                  <a:lnTo>
                    <a:pt x="3024" y="6049"/>
                  </a:lnTo>
                  <a:cubicBezTo>
                    <a:pt x="1358" y="6049"/>
                    <a:pt x="0" y="4692"/>
                    <a:pt x="0" y="3025"/>
                  </a:cubicBezTo>
                  <a:lnTo>
                    <a:pt x="0" y="3025"/>
                  </a:lnTo>
                  <a:cubicBezTo>
                    <a:pt x="0" y="1358"/>
                    <a:pt x="1358" y="1"/>
                    <a:pt x="3024" y="1"/>
                  </a:cubicBezTo>
                  <a:lnTo>
                    <a:pt x="19336" y="1"/>
                  </a:lnTo>
                  <a:cubicBezTo>
                    <a:pt x="21003" y="1"/>
                    <a:pt x="22360" y="1358"/>
                    <a:pt x="22360" y="3025"/>
                  </a:cubicBezTo>
                  <a:lnTo>
                    <a:pt x="22360" y="3025"/>
                  </a:lnTo>
                  <a:cubicBezTo>
                    <a:pt x="22360" y="4692"/>
                    <a:pt x="21003" y="6049"/>
                    <a:pt x="19336" y="6049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8" name="Google Shape;1078;p10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8"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0" name="Google Shape;1080;p101"/>
          <p:cNvGrpSpPr/>
          <p:nvPr/>
        </p:nvGrpSpPr>
        <p:grpSpPr>
          <a:xfrm>
            <a:off x="0" y="12"/>
            <a:ext cx="9144007" cy="5143489"/>
            <a:chOff x="0" y="12"/>
            <a:chExt cx="9144007" cy="5143489"/>
          </a:xfrm>
        </p:grpSpPr>
        <p:grpSp>
          <p:nvGrpSpPr>
            <p:cNvPr id="1081" name="Google Shape;1081;p101"/>
            <p:cNvGrpSpPr/>
            <p:nvPr/>
          </p:nvGrpSpPr>
          <p:grpSpPr>
            <a:xfrm>
              <a:off x="0" y="3592959"/>
              <a:ext cx="2320507" cy="1550542"/>
              <a:chOff x="0" y="3592959"/>
              <a:chExt cx="2320507" cy="1550542"/>
            </a:xfrm>
          </p:grpSpPr>
          <p:sp>
            <p:nvSpPr>
              <p:cNvPr id="1082" name="Google Shape;1082;p101"/>
              <p:cNvSpPr/>
              <p:nvPr/>
            </p:nvSpPr>
            <p:spPr>
              <a:xfrm>
                <a:off x="0" y="4661800"/>
                <a:ext cx="2320507" cy="481701"/>
              </a:xfrm>
              <a:custGeom>
                <a:rect b="b" l="l" r="r" t="t"/>
                <a:pathLst>
                  <a:path extrusionOk="0" h="8490" w="40899">
                    <a:moveTo>
                      <a:pt x="37386" y="0"/>
                    </a:moveTo>
                    <a:lnTo>
                      <a:pt x="1" y="0"/>
                    </a:lnTo>
                    <a:lnTo>
                      <a:pt x="1" y="8490"/>
                    </a:lnTo>
                    <a:lnTo>
                      <a:pt x="35850" y="8490"/>
                    </a:lnTo>
                    <a:cubicBezTo>
                      <a:pt x="36898" y="8490"/>
                      <a:pt x="37863" y="7918"/>
                      <a:pt x="38363" y="7001"/>
                    </a:cubicBezTo>
                    <a:lnTo>
                      <a:pt x="39887" y="4132"/>
                    </a:lnTo>
                    <a:cubicBezTo>
                      <a:pt x="40899" y="2263"/>
                      <a:pt x="39529" y="0"/>
                      <a:pt x="3738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34000">
                    <a:srgbClr val="FAB93C"/>
                  </a:gs>
                  <a:gs pos="100000">
                    <a:schemeClr val="accent4"/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3" name="Google Shape;1083;p101"/>
              <p:cNvSpPr/>
              <p:nvPr/>
            </p:nvSpPr>
            <p:spPr>
              <a:xfrm>
                <a:off x="0" y="3592959"/>
                <a:ext cx="1139773" cy="1550539"/>
              </a:xfrm>
              <a:custGeom>
                <a:rect b="b" l="l" r="r" t="t"/>
                <a:pathLst>
                  <a:path extrusionOk="0" h="33433" w="24576">
                    <a:moveTo>
                      <a:pt x="22611" y="83"/>
                    </a:moveTo>
                    <a:lnTo>
                      <a:pt x="1" y="0"/>
                    </a:lnTo>
                    <a:lnTo>
                      <a:pt x="1" y="33433"/>
                    </a:lnTo>
                    <a:lnTo>
                      <a:pt x="7513" y="33433"/>
                    </a:lnTo>
                    <a:lnTo>
                      <a:pt x="24015" y="2405"/>
                    </a:lnTo>
                    <a:cubicBezTo>
                      <a:pt x="24575" y="1357"/>
                      <a:pt x="23813" y="95"/>
                      <a:pt x="22611" y="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5"/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4" name="Google Shape;1084;p101"/>
              <p:cNvSpPr/>
              <p:nvPr/>
            </p:nvSpPr>
            <p:spPr>
              <a:xfrm>
                <a:off x="244913" y="4013000"/>
                <a:ext cx="940363" cy="1046767"/>
              </a:xfrm>
              <a:custGeom>
                <a:rect b="b" l="l" r="r" t="t"/>
                <a:pathLst>
                  <a:path extrusionOk="0" h="15455" w="13884">
                    <a:moveTo>
                      <a:pt x="9037" y="15454"/>
                    </a:moveTo>
                    <a:lnTo>
                      <a:pt x="12335" y="15454"/>
                    </a:lnTo>
                    <a:cubicBezTo>
                      <a:pt x="13276" y="15454"/>
                      <a:pt x="13883" y="14454"/>
                      <a:pt x="13443" y="13633"/>
                    </a:cubicBezTo>
                    <a:lnTo>
                      <a:pt x="6132" y="0"/>
                    </a:lnTo>
                    <a:lnTo>
                      <a:pt x="0" y="0"/>
                    </a:lnTo>
                    <a:lnTo>
                      <a:pt x="7930" y="14799"/>
                    </a:lnTo>
                    <a:cubicBezTo>
                      <a:pt x="8144" y="15204"/>
                      <a:pt x="8573" y="15454"/>
                      <a:pt x="9037" y="1545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85" name="Google Shape;1085;p101"/>
            <p:cNvGrpSpPr/>
            <p:nvPr/>
          </p:nvGrpSpPr>
          <p:grpSpPr>
            <a:xfrm flipH="1">
              <a:off x="7958731" y="12"/>
              <a:ext cx="1185276" cy="1550539"/>
              <a:chOff x="0" y="3592959"/>
              <a:chExt cx="1185276" cy="1550539"/>
            </a:xfrm>
          </p:grpSpPr>
          <p:sp>
            <p:nvSpPr>
              <p:cNvPr id="1086" name="Google Shape;1086;p101"/>
              <p:cNvSpPr/>
              <p:nvPr/>
            </p:nvSpPr>
            <p:spPr>
              <a:xfrm>
                <a:off x="0" y="3592959"/>
                <a:ext cx="1139773" cy="1550539"/>
              </a:xfrm>
              <a:custGeom>
                <a:rect b="b" l="l" r="r" t="t"/>
                <a:pathLst>
                  <a:path extrusionOk="0" h="33433" w="24576">
                    <a:moveTo>
                      <a:pt x="22611" y="83"/>
                    </a:moveTo>
                    <a:lnTo>
                      <a:pt x="1" y="0"/>
                    </a:lnTo>
                    <a:lnTo>
                      <a:pt x="1" y="33433"/>
                    </a:lnTo>
                    <a:lnTo>
                      <a:pt x="7513" y="33433"/>
                    </a:lnTo>
                    <a:lnTo>
                      <a:pt x="24015" y="2405"/>
                    </a:lnTo>
                    <a:cubicBezTo>
                      <a:pt x="24575" y="1357"/>
                      <a:pt x="23813" y="95"/>
                      <a:pt x="22611" y="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5"/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7" name="Google Shape;1087;p101"/>
              <p:cNvSpPr/>
              <p:nvPr/>
            </p:nvSpPr>
            <p:spPr>
              <a:xfrm>
                <a:off x="244913" y="4013000"/>
                <a:ext cx="940363" cy="1046767"/>
              </a:xfrm>
              <a:custGeom>
                <a:rect b="b" l="l" r="r" t="t"/>
                <a:pathLst>
                  <a:path extrusionOk="0" h="15455" w="13884">
                    <a:moveTo>
                      <a:pt x="9037" y="15454"/>
                    </a:moveTo>
                    <a:lnTo>
                      <a:pt x="12335" y="15454"/>
                    </a:lnTo>
                    <a:cubicBezTo>
                      <a:pt x="13276" y="15454"/>
                      <a:pt x="13883" y="14454"/>
                      <a:pt x="13443" y="13633"/>
                    </a:cubicBezTo>
                    <a:lnTo>
                      <a:pt x="6132" y="0"/>
                    </a:lnTo>
                    <a:lnTo>
                      <a:pt x="0" y="0"/>
                    </a:lnTo>
                    <a:lnTo>
                      <a:pt x="7930" y="14799"/>
                    </a:lnTo>
                    <a:cubicBezTo>
                      <a:pt x="8144" y="15204"/>
                      <a:pt x="8573" y="15454"/>
                      <a:pt x="9037" y="1545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88" name="Google Shape;1088;p10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23"/>
          <p:cNvSpPr txBox="1"/>
          <p:nvPr>
            <p:ph type="ctrTitle"/>
          </p:nvPr>
        </p:nvSpPr>
        <p:spPr>
          <a:xfrm>
            <a:off x="715100" y="808800"/>
            <a:ext cx="6963000" cy="13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b="0" sz="42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95" name="Google Shape;1095;p23"/>
          <p:cNvSpPr txBox="1"/>
          <p:nvPr>
            <p:ph idx="1" type="subTitle"/>
          </p:nvPr>
        </p:nvSpPr>
        <p:spPr>
          <a:xfrm>
            <a:off x="715100" y="2153400"/>
            <a:ext cx="43590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600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96" name="Google Shape;1096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chemeClr val="accent1"/>
            </a:gs>
            <a:gs pos="63000">
              <a:srgbClr val="194175"/>
            </a:gs>
            <a:gs pos="100000">
              <a:schemeClr val="accent2"/>
            </a:gs>
          </a:gsLst>
          <a:lin ang="8099331" scaled="0"/>
        </a:gradFill>
      </p:bgPr>
    </p:bg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8" name="Google Shape;1098;p46"/>
          <p:cNvGrpSpPr/>
          <p:nvPr/>
        </p:nvGrpSpPr>
        <p:grpSpPr>
          <a:xfrm>
            <a:off x="-959475" y="-172250"/>
            <a:ext cx="11032725" cy="5530000"/>
            <a:chOff x="-959475" y="-172250"/>
            <a:chExt cx="11032725" cy="5530000"/>
          </a:xfrm>
        </p:grpSpPr>
        <p:sp>
          <p:nvSpPr>
            <p:cNvPr id="1099" name="Google Shape;1099;p46"/>
            <p:cNvSpPr/>
            <p:nvPr/>
          </p:nvSpPr>
          <p:spPr>
            <a:xfrm flipH="1">
              <a:off x="-959475" y="3859250"/>
              <a:ext cx="2522400" cy="1498500"/>
            </a:xfrm>
            <a:prstGeom prst="round2DiagRect">
              <a:avLst>
                <a:gd fmla="val 50000" name="adj1"/>
                <a:gd fmla="val 0" name="adj2"/>
              </a:avLst>
            </a:pr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46"/>
            <p:cNvSpPr/>
            <p:nvPr/>
          </p:nvSpPr>
          <p:spPr>
            <a:xfrm flipH="1">
              <a:off x="-92850" y="4262900"/>
              <a:ext cx="3009900" cy="6912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46"/>
            <p:cNvSpPr/>
            <p:nvPr/>
          </p:nvSpPr>
          <p:spPr>
            <a:xfrm flipH="1" rot="-5400000">
              <a:off x="82400" y="-466550"/>
              <a:ext cx="1265400" cy="1854000"/>
            </a:xfrm>
            <a:prstGeom prst="round1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46"/>
            <p:cNvSpPr/>
            <p:nvPr/>
          </p:nvSpPr>
          <p:spPr>
            <a:xfrm flipH="1">
              <a:off x="7063350" y="189400"/>
              <a:ext cx="3009900" cy="6912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46"/>
            <p:cNvSpPr/>
            <p:nvPr/>
          </p:nvSpPr>
          <p:spPr>
            <a:xfrm flipH="1">
              <a:off x="7891375" y="3436250"/>
              <a:ext cx="1311600" cy="1921500"/>
            </a:xfrm>
            <a:prstGeom prst="round1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4" name="Google Shape;1104;p46"/>
          <p:cNvSpPr txBox="1"/>
          <p:nvPr>
            <p:ph type="title"/>
          </p:nvPr>
        </p:nvSpPr>
        <p:spPr>
          <a:xfrm>
            <a:off x="3473250" y="1707250"/>
            <a:ext cx="4360200" cy="11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05" name="Google Shape;1105;p46"/>
          <p:cNvSpPr txBox="1"/>
          <p:nvPr>
            <p:ph idx="2" type="title"/>
          </p:nvPr>
        </p:nvSpPr>
        <p:spPr>
          <a:xfrm>
            <a:off x="1562925" y="1960082"/>
            <a:ext cx="1714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5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106" name="Google Shape;1106;p46"/>
          <p:cNvSpPr txBox="1"/>
          <p:nvPr>
            <p:ph idx="1" type="subTitle"/>
          </p:nvPr>
        </p:nvSpPr>
        <p:spPr>
          <a:xfrm>
            <a:off x="3473250" y="3001250"/>
            <a:ext cx="43602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07" name="Google Shape;1107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9" name="Google Shape;1109;p47"/>
          <p:cNvGrpSpPr/>
          <p:nvPr/>
        </p:nvGrpSpPr>
        <p:grpSpPr>
          <a:xfrm>
            <a:off x="0" y="247559"/>
            <a:ext cx="9805025" cy="5052141"/>
            <a:chOff x="0" y="247559"/>
            <a:chExt cx="9805025" cy="5052141"/>
          </a:xfrm>
        </p:grpSpPr>
        <p:sp>
          <p:nvSpPr>
            <p:cNvPr id="1110" name="Google Shape;1110;p47"/>
            <p:cNvSpPr/>
            <p:nvPr/>
          </p:nvSpPr>
          <p:spPr>
            <a:xfrm flipH="1">
              <a:off x="6795125" y="4608500"/>
              <a:ext cx="3009900" cy="6912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11" name="Google Shape;1111;p47"/>
            <p:cNvCxnSpPr/>
            <p:nvPr/>
          </p:nvCxnSpPr>
          <p:spPr>
            <a:xfrm>
              <a:off x="0" y="247559"/>
              <a:ext cx="1577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12" name="Google Shape;1112;p47"/>
            <p:cNvSpPr/>
            <p:nvPr/>
          </p:nvSpPr>
          <p:spPr>
            <a:xfrm>
              <a:off x="8076775" y="4041350"/>
              <a:ext cx="1623254" cy="771653"/>
            </a:xfrm>
            <a:custGeom>
              <a:rect b="b" l="l" r="r" t="t"/>
              <a:pathLst>
                <a:path extrusionOk="0" h="10347" w="21766">
                  <a:moveTo>
                    <a:pt x="4787" y="1417"/>
                  </a:moveTo>
                  <a:lnTo>
                    <a:pt x="1" y="10347"/>
                  </a:lnTo>
                  <a:lnTo>
                    <a:pt x="16217" y="10347"/>
                  </a:lnTo>
                  <a:lnTo>
                    <a:pt x="21765" y="0"/>
                  </a:lnTo>
                  <a:lnTo>
                    <a:pt x="7156" y="0"/>
                  </a:lnTo>
                  <a:cubicBezTo>
                    <a:pt x="6168" y="0"/>
                    <a:pt x="5251" y="548"/>
                    <a:pt x="4787" y="1417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3" name="Google Shape;1113;p47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5908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AutoNum type="arabicPeriod"/>
              <a:defRPr>
                <a:solidFill>
                  <a:srgbClr val="434343"/>
                </a:solidFill>
              </a:defRPr>
            </a:lvl1pPr>
            <a:lvl2pPr indent="-25908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25908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25908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259079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259079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259079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259079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259079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114" name="Google Shape;1114;p47"/>
          <p:cNvSpPr txBox="1"/>
          <p:nvPr>
            <p:ph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1115" name="Google Shape;1115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7" name="Google Shape;1117;p48"/>
          <p:cNvGrpSpPr/>
          <p:nvPr/>
        </p:nvGrpSpPr>
        <p:grpSpPr>
          <a:xfrm>
            <a:off x="-518450" y="0"/>
            <a:ext cx="10143950" cy="5178025"/>
            <a:chOff x="-518450" y="0"/>
            <a:chExt cx="10143950" cy="5178025"/>
          </a:xfrm>
        </p:grpSpPr>
        <p:sp>
          <p:nvSpPr>
            <p:cNvPr id="1118" name="Google Shape;1118;p48"/>
            <p:cNvSpPr/>
            <p:nvPr/>
          </p:nvSpPr>
          <p:spPr>
            <a:xfrm>
              <a:off x="7610975" y="0"/>
              <a:ext cx="1786242" cy="1144831"/>
            </a:xfrm>
            <a:custGeom>
              <a:rect b="b" l="l" r="r" t="t"/>
              <a:pathLst>
                <a:path extrusionOk="0" h="16087" w="25100">
                  <a:moveTo>
                    <a:pt x="1013" y="4144"/>
                  </a:moveTo>
                  <a:lnTo>
                    <a:pt x="6740" y="14824"/>
                  </a:lnTo>
                  <a:cubicBezTo>
                    <a:pt x="7156" y="15610"/>
                    <a:pt x="7966" y="16086"/>
                    <a:pt x="8859" y="16086"/>
                  </a:cubicBezTo>
                  <a:lnTo>
                    <a:pt x="25099" y="16086"/>
                  </a:lnTo>
                  <a:lnTo>
                    <a:pt x="25099" y="1"/>
                  </a:lnTo>
                  <a:lnTo>
                    <a:pt x="3513" y="1"/>
                  </a:lnTo>
                  <a:cubicBezTo>
                    <a:pt x="1370" y="1"/>
                    <a:pt x="1" y="2263"/>
                    <a:pt x="1013" y="4144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48"/>
            <p:cNvSpPr/>
            <p:nvPr/>
          </p:nvSpPr>
          <p:spPr>
            <a:xfrm flipH="1">
              <a:off x="8260448" y="1021150"/>
              <a:ext cx="1136777" cy="306906"/>
            </a:xfrm>
            <a:custGeom>
              <a:rect b="b" l="l" r="r" t="t"/>
              <a:pathLst>
                <a:path extrusionOk="0" h="6037" w="22361">
                  <a:moveTo>
                    <a:pt x="19337" y="6037"/>
                  </a:moveTo>
                  <a:lnTo>
                    <a:pt x="3025" y="6037"/>
                  </a:lnTo>
                  <a:cubicBezTo>
                    <a:pt x="1358" y="6037"/>
                    <a:pt x="1" y="4679"/>
                    <a:pt x="1" y="3013"/>
                  </a:cubicBezTo>
                  <a:lnTo>
                    <a:pt x="1" y="3013"/>
                  </a:lnTo>
                  <a:cubicBezTo>
                    <a:pt x="1" y="1346"/>
                    <a:pt x="1358" y="0"/>
                    <a:pt x="3025" y="0"/>
                  </a:cubicBezTo>
                  <a:lnTo>
                    <a:pt x="19337" y="0"/>
                  </a:lnTo>
                  <a:cubicBezTo>
                    <a:pt x="21004" y="0"/>
                    <a:pt x="22361" y="1346"/>
                    <a:pt x="22361" y="3013"/>
                  </a:cubicBezTo>
                  <a:lnTo>
                    <a:pt x="22361" y="3013"/>
                  </a:lnTo>
                  <a:cubicBezTo>
                    <a:pt x="22361" y="4679"/>
                    <a:pt x="21004" y="6037"/>
                    <a:pt x="19337" y="6037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48"/>
            <p:cNvSpPr/>
            <p:nvPr/>
          </p:nvSpPr>
          <p:spPr>
            <a:xfrm flipH="1">
              <a:off x="8488723" y="1234875"/>
              <a:ext cx="1136777" cy="306906"/>
            </a:xfrm>
            <a:custGeom>
              <a:rect b="b" l="l" r="r" t="t"/>
              <a:pathLst>
                <a:path extrusionOk="0" h="6037" w="22361">
                  <a:moveTo>
                    <a:pt x="19337" y="6037"/>
                  </a:moveTo>
                  <a:lnTo>
                    <a:pt x="3025" y="6037"/>
                  </a:lnTo>
                  <a:cubicBezTo>
                    <a:pt x="1358" y="6037"/>
                    <a:pt x="1" y="4679"/>
                    <a:pt x="1" y="3013"/>
                  </a:cubicBezTo>
                  <a:lnTo>
                    <a:pt x="1" y="3013"/>
                  </a:lnTo>
                  <a:cubicBezTo>
                    <a:pt x="1" y="1346"/>
                    <a:pt x="1358" y="0"/>
                    <a:pt x="3025" y="0"/>
                  </a:cubicBezTo>
                  <a:lnTo>
                    <a:pt x="19337" y="0"/>
                  </a:lnTo>
                  <a:cubicBezTo>
                    <a:pt x="21004" y="0"/>
                    <a:pt x="22361" y="1346"/>
                    <a:pt x="22361" y="3013"/>
                  </a:cubicBezTo>
                  <a:lnTo>
                    <a:pt x="22361" y="3013"/>
                  </a:lnTo>
                  <a:cubicBezTo>
                    <a:pt x="22361" y="4679"/>
                    <a:pt x="21004" y="6037"/>
                    <a:pt x="19337" y="603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63000">
                  <a:srgbClr val="194175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48"/>
            <p:cNvSpPr/>
            <p:nvPr/>
          </p:nvSpPr>
          <p:spPr>
            <a:xfrm flipH="1">
              <a:off x="-518450" y="3502225"/>
              <a:ext cx="986100" cy="1675800"/>
            </a:xfrm>
            <a:prstGeom prst="round2SameRect">
              <a:avLst>
                <a:gd fmla="val 16667" name="adj1"/>
                <a:gd fmla="val 0" name="adj2"/>
              </a:avLst>
            </a:prstGeom>
            <a:gradFill>
              <a:gsLst>
                <a:gs pos="0">
                  <a:schemeClr val="accent1"/>
                </a:gs>
                <a:gs pos="63000">
                  <a:srgbClr val="194175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2" name="Google Shape;1122;p48"/>
          <p:cNvSpPr txBox="1"/>
          <p:nvPr>
            <p:ph idx="1" type="subTitle"/>
          </p:nvPr>
        </p:nvSpPr>
        <p:spPr>
          <a:xfrm>
            <a:off x="1349825" y="2941800"/>
            <a:ext cx="24633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b="1" sz="2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23" name="Google Shape;1123;p48"/>
          <p:cNvSpPr txBox="1"/>
          <p:nvPr>
            <p:ph idx="2" type="subTitle"/>
          </p:nvPr>
        </p:nvSpPr>
        <p:spPr>
          <a:xfrm>
            <a:off x="5330825" y="2941800"/>
            <a:ext cx="24633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b="1" sz="2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24" name="Google Shape;1124;p48"/>
          <p:cNvSpPr txBox="1"/>
          <p:nvPr>
            <p:ph idx="3" type="subTitle"/>
          </p:nvPr>
        </p:nvSpPr>
        <p:spPr>
          <a:xfrm>
            <a:off x="1349925" y="3408650"/>
            <a:ext cx="24633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25" name="Google Shape;1125;p48"/>
          <p:cNvSpPr txBox="1"/>
          <p:nvPr>
            <p:ph idx="4" type="subTitle"/>
          </p:nvPr>
        </p:nvSpPr>
        <p:spPr>
          <a:xfrm>
            <a:off x="5330825" y="3408650"/>
            <a:ext cx="24633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26" name="Google Shape;1126;p48"/>
          <p:cNvSpPr txBox="1"/>
          <p:nvPr>
            <p:ph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1127" name="Google Shape;1127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9" name="Google Shape;1129;p49"/>
          <p:cNvGrpSpPr/>
          <p:nvPr/>
        </p:nvGrpSpPr>
        <p:grpSpPr>
          <a:xfrm>
            <a:off x="-373762" y="-87587"/>
            <a:ext cx="9942450" cy="5327175"/>
            <a:chOff x="-367875" y="0"/>
            <a:chExt cx="9942450" cy="5327175"/>
          </a:xfrm>
        </p:grpSpPr>
        <p:sp>
          <p:nvSpPr>
            <p:cNvPr id="1130" name="Google Shape;1130;p49"/>
            <p:cNvSpPr/>
            <p:nvPr/>
          </p:nvSpPr>
          <p:spPr>
            <a:xfrm flipH="1">
              <a:off x="8" y="0"/>
              <a:ext cx="1786242" cy="1144831"/>
            </a:xfrm>
            <a:custGeom>
              <a:rect b="b" l="l" r="r" t="t"/>
              <a:pathLst>
                <a:path extrusionOk="0" h="16087" w="25100">
                  <a:moveTo>
                    <a:pt x="1013" y="4144"/>
                  </a:moveTo>
                  <a:lnTo>
                    <a:pt x="6740" y="14824"/>
                  </a:lnTo>
                  <a:cubicBezTo>
                    <a:pt x="7156" y="15610"/>
                    <a:pt x="7966" y="16086"/>
                    <a:pt x="8859" y="16086"/>
                  </a:cubicBezTo>
                  <a:lnTo>
                    <a:pt x="25099" y="16086"/>
                  </a:lnTo>
                  <a:lnTo>
                    <a:pt x="25099" y="1"/>
                  </a:lnTo>
                  <a:lnTo>
                    <a:pt x="3513" y="1"/>
                  </a:lnTo>
                  <a:cubicBezTo>
                    <a:pt x="1370" y="1"/>
                    <a:pt x="1" y="2263"/>
                    <a:pt x="1013" y="4144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49"/>
            <p:cNvSpPr/>
            <p:nvPr/>
          </p:nvSpPr>
          <p:spPr>
            <a:xfrm>
              <a:off x="-139600" y="1021150"/>
              <a:ext cx="1136777" cy="306906"/>
            </a:xfrm>
            <a:custGeom>
              <a:rect b="b" l="l" r="r" t="t"/>
              <a:pathLst>
                <a:path extrusionOk="0" h="6037" w="22361">
                  <a:moveTo>
                    <a:pt x="19337" y="6037"/>
                  </a:moveTo>
                  <a:lnTo>
                    <a:pt x="3025" y="6037"/>
                  </a:lnTo>
                  <a:cubicBezTo>
                    <a:pt x="1358" y="6037"/>
                    <a:pt x="1" y="4679"/>
                    <a:pt x="1" y="3013"/>
                  </a:cubicBezTo>
                  <a:lnTo>
                    <a:pt x="1" y="3013"/>
                  </a:lnTo>
                  <a:cubicBezTo>
                    <a:pt x="1" y="1346"/>
                    <a:pt x="1358" y="0"/>
                    <a:pt x="3025" y="0"/>
                  </a:cubicBezTo>
                  <a:lnTo>
                    <a:pt x="19337" y="0"/>
                  </a:lnTo>
                  <a:cubicBezTo>
                    <a:pt x="21004" y="0"/>
                    <a:pt x="22361" y="1346"/>
                    <a:pt x="22361" y="3013"/>
                  </a:cubicBezTo>
                  <a:lnTo>
                    <a:pt x="22361" y="3013"/>
                  </a:lnTo>
                  <a:cubicBezTo>
                    <a:pt x="22361" y="4679"/>
                    <a:pt x="21004" y="6037"/>
                    <a:pt x="19337" y="6037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49"/>
            <p:cNvSpPr/>
            <p:nvPr/>
          </p:nvSpPr>
          <p:spPr>
            <a:xfrm>
              <a:off x="-367875" y="1234875"/>
              <a:ext cx="1136777" cy="306906"/>
            </a:xfrm>
            <a:custGeom>
              <a:rect b="b" l="l" r="r" t="t"/>
              <a:pathLst>
                <a:path extrusionOk="0" h="6037" w="22361">
                  <a:moveTo>
                    <a:pt x="19337" y="6037"/>
                  </a:moveTo>
                  <a:lnTo>
                    <a:pt x="3025" y="6037"/>
                  </a:lnTo>
                  <a:cubicBezTo>
                    <a:pt x="1358" y="6037"/>
                    <a:pt x="1" y="4679"/>
                    <a:pt x="1" y="3013"/>
                  </a:cubicBezTo>
                  <a:lnTo>
                    <a:pt x="1" y="3013"/>
                  </a:lnTo>
                  <a:cubicBezTo>
                    <a:pt x="1" y="1346"/>
                    <a:pt x="1358" y="0"/>
                    <a:pt x="3025" y="0"/>
                  </a:cubicBezTo>
                  <a:lnTo>
                    <a:pt x="19337" y="0"/>
                  </a:lnTo>
                  <a:cubicBezTo>
                    <a:pt x="21004" y="0"/>
                    <a:pt x="22361" y="1346"/>
                    <a:pt x="22361" y="3013"/>
                  </a:cubicBezTo>
                  <a:lnTo>
                    <a:pt x="22361" y="3013"/>
                  </a:lnTo>
                  <a:cubicBezTo>
                    <a:pt x="22361" y="4679"/>
                    <a:pt x="21004" y="6037"/>
                    <a:pt x="19337" y="603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63000">
                  <a:srgbClr val="194175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49"/>
            <p:cNvSpPr/>
            <p:nvPr/>
          </p:nvSpPr>
          <p:spPr>
            <a:xfrm>
              <a:off x="8588475" y="3651375"/>
              <a:ext cx="986100" cy="1675800"/>
            </a:xfrm>
            <a:prstGeom prst="round2SameRect">
              <a:avLst>
                <a:gd fmla="val 16667" name="adj1"/>
                <a:gd fmla="val 0" name="adj2"/>
              </a:avLst>
            </a:pr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4" name="Google Shape;1134;p49"/>
          <p:cNvSpPr txBox="1"/>
          <p:nvPr>
            <p:ph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1135" name="Google Shape;1135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7" name="Google Shape;1137;p50"/>
          <p:cNvGrpSpPr/>
          <p:nvPr/>
        </p:nvGrpSpPr>
        <p:grpSpPr>
          <a:xfrm>
            <a:off x="-959475" y="189400"/>
            <a:ext cx="11032725" cy="5528875"/>
            <a:chOff x="-959475" y="189400"/>
            <a:chExt cx="11032725" cy="5528875"/>
          </a:xfrm>
        </p:grpSpPr>
        <p:sp>
          <p:nvSpPr>
            <p:cNvPr id="1138" name="Google Shape;1138;p50"/>
            <p:cNvSpPr/>
            <p:nvPr/>
          </p:nvSpPr>
          <p:spPr>
            <a:xfrm>
              <a:off x="7550850" y="3859250"/>
              <a:ext cx="2522400" cy="1498500"/>
            </a:xfrm>
            <a:prstGeom prst="round2DiagRect">
              <a:avLst>
                <a:gd fmla="val 50000" name="adj1"/>
                <a:gd fmla="val 0" name="adj2"/>
              </a:avLst>
            </a:pr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50"/>
            <p:cNvSpPr/>
            <p:nvPr/>
          </p:nvSpPr>
          <p:spPr>
            <a:xfrm>
              <a:off x="-959475" y="189400"/>
              <a:ext cx="3009900" cy="6912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50"/>
            <p:cNvSpPr/>
            <p:nvPr/>
          </p:nvSpPr>
          <p:spPr>
            <a:xfrm>
              <a:off x="-238300" y="4321475"/>
              <a:ext cx="953400" cy="1396800"/>
            </a:xfrm>
            <a:prstGeom prst="round1Rect">
              <a:avLst>
                <a:gd fmla="val 50000" name="adj"/>
              </a:avLst>
            </a:prstGeom>
            <a:gradFill>
              <a:gsLst>
                <a:gs pos="0">
                  <a:schemeClr val="accent1"/>
                </a:gs>
                <a:gs pos="63000">
                  <a:srgbClr val="194175"/>
                </a:gs>
                <a:gs pos="100000">
                  <a:schemeClr val="accent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1" name="Google Shape;1141;p50"/>
          <p:cNvSpPr txBox="1"/>
          <p:nvPr>
            <p:ph idx="1" type="body"/>
          </p:nvPr>
        </p:nvSpPr>
        <p:spPr>
          <a:xfrm>
            <a:off x="715050" y="2251125"/>
            <a:ext cx="4122300" cy="19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●"/>
              <a:defRPr sz="1600">
                <a:solidFill>
                  <a:srgbClr val="434343"/>
                </a:solidFill>
              </a:defRPr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○"/>
              <a:defRPr>
                <a:solidFill>
                  <a:srgbClr val="434343"/>
                </a:solidFill>
              </a:defRPr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■"/>
              <a:defRPr>
                <a:solidFill>
                  <a:srgbClr val="434343"/>
                </a:solidFill>
              </a:defRPr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●"/>
              <a:defRPr>
                <a:solidFill>
                  <a:srgbClr val="434343"/>
                </a:solidFill>
              </a:defRPr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○"/>
              <a:defRPr>
                <a:solidFill>
                  <a:srgbClr val="434343"/>
                </a:solidFill>
              </a:defRPr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■"/>
              <a:defRPr>
                <a:solidFill>
                  <a:srgbClr val="434343"/>
                </a:solidFill>
              </a:defRPr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●"/>
              <a:defRPr>
                <a:solidFill>
                  <a:srgbClr val="434343"/>
                </a:solidFill>
              </a:defRPr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○"/>
              <a:defRPr>
                <a:solidFill>
                  <a:srgbClr val="434343"/>
                </a:solidFill>
              </a:defRPr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142" name="Google Shape;1142;p50"/>
          <p:cNvSpPr txBox="1"/>
          <p:nvPr>
            <p:ph type="title"/>
          </p:nvPr>
        </p:nvSpPr>
        <p:spPr>
          <a:xfrm>
            <a:off x="715050" y="988275"/>
            <a:ext cx="4122300" cy="11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1143" name="Google Shape;1143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gradFill>
          <a:gsLst>
            <a:gs pos="0">
              <a:schemeClr val="accent1"/>
            </a:gs>
            <a:gs pos="63000">
              <a:srgbClr val="194175"/>
            </a:gs>
            <a:gs pos="100000">
              <a:schemeClr val="accent2"/>
            </a:gs>
          </a:gsLst>
          <a:lin ang="8099331" scaled="0"/>
        </a:gradFill>
      </p:bgPr>
    </p:bg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51"/>
          <p:cNvSpPr txBox="1"/>
          <p:nvPr>
            <p:ph type="title"/>
          </p:nvPr>
        </p:nvSpPr>
        <p:spPr>
          <a:xfrm>
            <a:off x="715050" y="1265100"/>
            <a:ext cx="7713900" cy="26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146" name="Google Shape;1146;p51"/>
          <p:cNvGrpSpPr/>
          <p:nvPr/>
        </p:nvGrpSpPr>
        <p:grpSpPr>
          <a:xfrm>
            <a:off x="-959475" y="-172250"/>
            <a:ext cx="11032725" cy="5530000"/>
            <a:chOff x="-959475" y="-172250"/>
            <a:chExt cx="11032725" cy="5530000"/>
          </a:xfrm>
        </p:grpSpPr>
        <p:sp>
          <p:nvSpPr>
            <p:cNvPr id="1147" name="Google Shape;1147;p51"/>
            <p:cNvSpPr/>
            <p:nvPr/>
          </p:nvSpPr>
          <p:spPr>
            <a:xfrm>
              <a:off x="7550850" y="3859250"/>
              <a:ext cx="2522400" cy="14985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51"/>
            <p:cNvSpPr/>
            <p:nvPr/>
          </p:nvSpPr>
          <p:spPr>
            <a:xfrm>
              <a:off x="6196725" y="4262900"/>
              <a:ext cx="3009900" cy="6912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51"/>
            <p:cNvSpPr/>
            <p:nvPr/>
          </p:nvSpPr>
          <p:spPr>
            <a:xfrm rot="5400000">
              <a:off x="7765975" y="-466550"/>
              <a:ext cx="1265400" cy="1854000"/>
            </a:xfrm>
            <a:prstGeom prst="round1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51"/>
            <p:cNvSpPr/>
            <p:nvPr/>
          </p:nvSpPr>
          <p:spPr>
            <a:xfrm>
              <a:off x="-959475" y="189400"/>
              <a:ext cx="3009900" cy="6912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51"/>
            <p:cNvSpPr/>
            <p:nvPr/>
          </p:nvSpPr>
          <p:spPr>
            <a:xfrm>
              <a:off x="-89200" y="3436250"/>
              <a:ext cx="1311600" cy="1921500"/>
            </a:xfrm>
            <a:prstGeom prst="round1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2" name="Google Shape;1152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4" name="Google Shape;1154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-5400000">
            <a:off x="5185052" y="810537"/>
            <a:ext cx="5423976" cy="3241926"/>
          </a:xfrm>
          <a:prstGeom prst="rect">
            <a:avLst/>
          </a:prstGeom>
          <a:noFill/>
          <a:ln>
            <a:noFill/>
          </a:ln>
        </p:spPr>
      </p:pic>
      <p:sp>
        <p:nvSpPr>
          <p:cNvPr id="1155" name="Google Shape;1155;p52"/>
          <p:cNvSpPr/>
          <p:nvPr/>
        </p:nvSpPr>
        <p:spPr>
          <a:xfrm rot="10800000">
            <a:off x="7762800" y="-119175"/>
            <a:ext cx="1381200" cy="20235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52"/>
          <p:cNvSpPr/>
          <p:nvPr/>
        </p:nvSpPr>
        <p:spPr>
          <a:xfrm flipH="1" rot="10800000">
            <a:off x="6943304" y="2560037"/>
            <a:ext cx="2200736" cy="2583466"/>
          </a:xfrm>
          <a:custGeom>
            <a:rect b="b" l="l" r="r" t="t"/>
            <a:pathLst>
              <a:path extrusionOk="0" h="35350" w="30112">
                <a:moveTo>
                  <a:pt x="30111" y="0"/>
                </a:moveTo>
                <a:lnTo>
                  <a:pt x="0" y="0"/>
                </a:lnTo>
                <a:lnTo>
                  <a:pt x="17169" y="32016"/>
                </a:lnTo>
                <a:cubicBezTo>
                  <a:pt x="18265" y="34064"/>
                  <a:pt x="20408" y="35350"/>
                  <a:pt x="22753" y="35350"/>
                </a:cubicBezTo>
                <a:lnTo>
                  <a:pt x="30111" y="35350"/>
                </a:lnTo>
                <a:close/>
              </a:path>
            </a:pathLst>
          </a:custGeom>
          <a:gradFill>
            <a:gsLst>
              <a:gs pos="0">
                <a:schemeClr val="accent6"/>
              </a:gs>
              <a:gs pos="100000">
                <a:schemeClr val="accent5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52"/>
          <p:cNvSpPr/>
          <p:nvPr/>
        </p:nvSpPr>
        <p:spPr>
          <a:xfrm>
            <a:off x="6723450" y="3680725"/>
            <a:ext cx="1313592" cy="1462763"/>
          </a:xfrm>
          <a:custGeom>
            <a:rect b="b" l="l" r="r" t="t"/>
            <a:pathLst>
              <a:path extrusionOk="0" h="28957" w="26004">
                <a:moveTo>
                  <a:pt x="16931" y="1"/>
                </a:moveTo>
                <a:cubicBezTo>
                  <a:pt x="16062" y="1"/>
                  <a:pt x="15276" y="477"/>
                  <a:pt x="14871" y="1239"/>
                </a:cubicBezTo>
                <a:lnTo>
                  <a:pt x="0" y="28957"/>
                </a:lnTo>
                <a:lnTo>
                  <a:pt x="11490" y="28957"/>
                </a:lnTo>
                <a:lnTo>
                  <a:pt x="25182" y="3418"/>
                </a:lnTo>
                <a:cubicBezTo>
                  <a:pt x="26003" y="1870"/>
                  <a:pt x="24872" y="1"/>
                  <a:pt x="2311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8" name="Google Shape;1158;p52"/>
          <p:cNvCxnSpPr/>
          <p:nvPr/>
        </p:nvCxnSpPr>
        <p:spPr>
          <a:xfrm flipH="1" rot="10800000">
            <a:off x="7027600" y="2440309"/>
            <a:ext cx="803700" cy="1498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9" name="Google Shape;1159;p52"/>
          <p:cNvSpPr txBox="1"/>
          <p:nvPr>
            <p:ph type="title"/>
          </p:nvPr>
        </p:nvSpPr>
        <p:spPr>
          <a:xfrm>
            <a:off x="715100" y="1358400"/>
            <a:ext cx="3838200" cy="12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60" name="Google Shape;1160;p52"/>
          <p:cNvSpPr txBox="1"/>
          <p:nvPr>
            <p:ph idx="1" type="subTitle"/>
          </p:nvPr>
        </p:nvSpPr>
        <p:spPr>
          <a:xfrm>
            <a:off x="715100" y="2610900"/>
            <a:ext cx="3838200" cy="11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61" name="Google Shape;1161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53"/>
          <p:cNvSpPr txBox="1"/>
          <p:nvPr>
            <p:ph type="title"/>
          </p:nvPr>
        </p:nvSpPr>
        <p:spPr>
          <a:xfrm>
            <a:off x="761875" y="535000"/>
            <a:ext cx="3769200" cy="13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164" name="Google Shape;1164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gradFill>
          <a:gsLst>
            <a:gs pos="0">
              <a:schemeClr val="accent1"/>
            </a:gs>
            <a:gs pos="63000">
              <a:srgbClr val="194175"/>
            </a:gs>
            <a:gs pos="100000">
              <a:schemeClr val="accent2"/>
            </a:gs>
          </a:gsLst>
          <a:lin ang="8099331" scaled="0"/>
        </a:gradFill>
      </p:bgPr>
    </p:bg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6" name="Google Shape;1166;p54"/>
          <p:cNvGrpSpPr/>
          <p:nvPr/>
        </p:nvGrpSpPr>
        <p:grpSpPr>
          <a:xfrm flipH="1">
            <a:off x="-76200" y="-76200"/>
            <a:ext cx="9322342" cy="5304782"/>
            <a:chOff x="-76200" y="-76200"/>
            <a:chExt cx="9322342" cy="5304782"/>
          </a:xfrm>
        </p:grpSpPr>
        <p:sp>
          <p:nvSpPr>
            <p:cNvPr id="1167" name="Google Shape;1167;p54"/>
            <p:cNvSpPr/>
            <p:nvPr/>
          </p:nvSpPr>
          <p:spPr>
            <a:xfrm>
              <a:off x="7367425" y="2903175"/>
              <a:ext cx="1852769" cy="2325407"/>
            </a:xfrm>
            <a:custGeom>
              <a:rect b="b" l="l" r="r" t="t"/>
              <a:pathLst>
                <a:path extrusionOk="0" h="68069" w="54234">
                  <a:moveTo>
                    <a:pt x="34553" y="2906"/>
                  </a:moveTo>
                  <a:lnTo>
                    <a:pt x="1" y="67866"/>
                  </a:lnTo>
                  <a:lnTo>
                    <a:pt x="54234" y="68068"/>
                  </a:lnTo>
                  <a:lnTo>
                    <a:pt x="54234" y="0"/>
                  </a:lnTo>
                  <a:lnTo>
                    <a:pt x="39399" y="0"/>
                  </a:lnTo>
                  <a:cubicBezTo>
                    <a:pt x="37363" y="0"/>
                    <a:pt x="35505" y="1120"/>
                    <a:pt x="34553" y="2906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54"/>
            <p:cNvSpPr/>
            <p:nvPr/>
          </p:nvSpPr>
          <p:spPr>
            <a:xfrm rot="10800000">
              <a:off x="-76200" y="-76200"/>
              <a:ext cx="1852769" cy="2325407"/>
            </a:xfrm>
            <a:custGeom>
              <a:rect b="b" l="l" r="r" t="t"/>
              <a:pathLst>
                <a:path extrusionOk="0" h="68069" w="54234">
                  <a:moveTo>
                    <a:pt x="34553" y="2906"/>
                  </a:moveTo>
                  <a:lnTo>
                    <a:pt x="1" y="67866"/>
                  </a:lnTo>
                  <a:lnTo>
                    <a:pt x="54234" y="68068"/>
                  </a:lnTo>
                  <a:lnTo>
                    <a:pt x="54234" y="0"/>
                  </a:lnTo>
                  <a:lnTo>
                    <a:pt x="39399" y="0"/>
                  </a:lnTo>
                  <a:cubicBezTo>
                    <a:pt x="37363" y="0"/>
                    <a:pt x="35505" y="1120"/>
                    <a:pt x="34553" y="2906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54"/>
            <p:cNvSpPr/>
            <p:nvPr/>
          </p:nvSpPr>
          <p:spPr>
            <a:xfrm>
              <a:off x="-76200" y="-76200"/>
              <a:ext cx="839392" cy="934332"/>
            </a:xfrm>
            <a:custGeom>
              <a:rect b="b" l="l" r="r" t="t"/>
              <a:pathLst>
                <a:path extrusionOk="0" h="15455" w="13884">
                  <a:moveTo>
                    <a:pt x="9037" y="15454"/>
                  </a:moveTo>
                  <a:lnTo>
                    <a:pt x="12335" y="15454"/>
                  </a:lnTo>
                  <a:cubicBezTo>
                    <a:pt x="13276" y="15454"/>
                    <a:pt x="13883" y="14454"/>
                    <a:pt x="13443" y="13633"/>
                  </a:cubicBezTo>
                  <a:lnTo>
                    <a:pt x="6132" y="0"/>
                  </a:lnTo>
                  <a:lnTo>
                    <a:pt x="0" y="0"/>
                  </a:lnTo>
                  <a:lnTo>
                    <a:pt x="7930" y="14799"/>
                  </a:lnTo>
                  <a:cubicBezTo>
                    <a:pt x="8144" y="15204"/>
                    <a:pt x="8573" y="15454"/>
                    <a:pt x="9037" y="15454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54"/>
            <p:cNvSpPr/>
            <p:nvPr/>
          </p:nvSpPr>
          <p:spPr>
            <a:xfrm rot="10800000">
              <a:off x="8406750" y="4294250"/>
              <a:ext cx="839392" cy="934332"/>
            </a:xfrm>
            <a:custGeom>
              <a:rect b="b" l="l" r="r" t="t"/>
              <a:pathLst>
                <a:path extrusionOk="0" h="15455" w="13884">
                  <a:moveTo>
                    <a:pt x="9037" y="15454"/>
                  </a:moveTo>
                  <a:lnTo>
                    <a:pt x="12335" y="15454"/>
                  </a:lnTo>
                  <a:cubicBezTo>
                    <a:pt x="13276" y="15454"/>
                    <a:pt x="13883" y="14454"/>
                    <a:pt x="13443" y="13633"/>
                  </a:cubicBezTo>
                  <a:lnTo>
                    <a:pt x="6132" y="0"/>
                  </a:lnTo>
                  <a:lnTo>
                    <a:pt x="0" y="0"/>
                  </a:lnTo>
                  <a:lnTo>
                    <a:pt x="7930" y="14799"/>
                  </a:lnTo>
                  <a:cubicBezTo>
                    <a:pt x="8144" y="15204"/>
                    <a:pt x="8573" y="15454"/>
                    <a:pt x="9037" y="15454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71" name="Google Shape;1171;p54"/>
            <p:cNvCxnSpPr/>
            <p:nvPr/>
          </p:nvCxnSpPr>
          <p:spPr>
            <a:xfrm flipH="1" rot="10800000">
              <a:off x="379975" y="601034"/>
              <a:ext cx="803700" cy="14985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2" name="Google Shape;1172;p54"/>
            <p:cNvCxnSpPr/>
            <p:nvPr/>
          </p:nvCxnSpPr>
          <p:spPr>
            <a:xfrm flipH="1" rot="10800000">
              <a:off x="7977050" y="3065509"/>
              <a:ext cx="803700" cy="14985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73" name="Google Shape;1173;p54"/>
          <p:cNvSpPr txBox="1"/>
          <p:nvPr>
            <p:ph hasCustomPrompt="1" type="title"/>
          </p:nvPr>
        </p:nvSpPr>
        <p:spPr>
          <a:xfrm>
            <a:off x="1284000" y="1688913"/>
            <a:ext cx="65760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74" name="Google Shape;1174;p54"/>
          <p:cNvSpPr txBox="1"/>
          <p:nvPr>
            <p:ph idx="1" type="subTitle"/>
          </p:nvPr>
        </p:nvSpPr>
        <p:spPr>
          <a:xfrm>
            <a:off x="1284000" y="3158488"/>
            <a:ext cx="65760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75" name="Google Shape;1175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9" name="Google Shape;1179;p56"/>
          <p:cNvGrpSpPr/>
          <p:nvPr/>
        </p:nvGrpSpPr>
        <p:grpSpPr>
          <a:xfrm>
            <a:off x="0" y="0"/>
            <a:ext cx="9169942" cy="5152382"/>
            <a:chOff x="0" y="0"/>
            <a:chExt cx="9169942" cy="5152382"/>
          </a:xfrm>
        </p:grpSpPr>
        <p:sp>
          <p:nvSpPr>
            <p:cNvPr id="1180" name="Google Shape;1180;p56"/>
            <p:cNvSpPr/>
            <p:nvPr/>
          </p:nvSpPr>
          <p:spPr>
            <a:xfrm>
              <a:off x="7291225" y="2826975"/>
              <a:ext cx="1852769" cy="2325407"/>
            </a:xfrm>
            <a:custGeom>
              <a:rect b="b" l="l" r="r" t="t"/>
              <a:pathLst>
                <a:path extrusionOk="0" h="68069" w="54234">
                  <a:moveTo>
                    <a:pt x="34553" y="2906"/>
                  </a:moveTo>
                  <a:lnTo>
                    <a:pt x="1" y="67866"/>
                  </a:lnTo>
                  <a:lnTo>
                    <a:pt x="54234" y="68068"/>
                  </a:lnTo>
                  <a:lnTo>
                    <a:pt x="54234" y="0"/>
                  </a:lnTo>
                  <a:lnTo>
                    <a:pt x="39399" y="0"/>
                  </a:lnTo>
                  <a:cubicBezTo>
                    <a:pt x="37363" y="0"/>
                    <a:pt x="35505" y="1120"/>
                    <a:pt x="34553" y="2906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56"/>
            <p:cNvSpPr/>
            <p:nvPr/>
          </p:nvSpPr>
          <p:spPr>
            <a:xfrm rot="10800000">
              <a:off x="0" y="0"/>
              <a:ext cx="1852769" cy="2325407"/>
            </a:xfrm>
            <a:custGeom>
              <a:rect b="b" l="l" r="r" t="t"/>
              <a:pathLst>
                <a:path extrusionOk="0" h="68069" w="54234">
                  <a:moveTo>
                    <a:pt x="34553" y="2906"/>
                  </a:moveTo>
                  <a:lnTo>
                    <a:pt x="1" y="67866"/>
                  </a:lnTo>
                  <a:lnTo>
                    <a:pt x="54234" y="68068"/>
                  </a:lnTo>
                  <a:lnTo>
                    <a:pt x="54234" y="0"/>
                  </a:lnTo>
                  <a:lnTo>
                    <a:pt x="39399" y="0"/>
                  </a:lnTo>
                  <a:cubicBezTo>
                    <a:pt x="37363" y="0"/>
                    <a:pt x="35505" y="1120"/>
                    <a:pt x="34553" y="2906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56"/>
            <p:cNvSpPr/>
            <p:nvPr/>
          </p:nvSpPr>
          <p:spPr>
            <a:xfrm>
              <a:off x="0" y="0"/>
              <a:ext cx="839392" cy="934332"/>
            </a:xfrm>
            <a:custGeom>
              <a:rect b="b" l="l" r="r" t="t"/>
              <a:pathLst>
                <a:path extrusionOk="0" h="15455" w="13884">
                  <a:moveTo>
                    <a:pt x="9037" y="15454"/>
                  </a:moveTo>
                  <a:lnTo>
                    <a:pt x="12335" y="15454"/>
                  </a:lnTo>
                  <a:cubicBezTo>
                    <a:pt x="13276" y="15454"/>
                    <a:pt x="13883" y="14454"/>
                    <a:pt x="13443" y="13633"/>
                  </a:cubicBezTo>
                  <a:lnTo>
                    <a:pt x="6132" y="0"/>
                  </a:lnTo>
                  <a:lnTo>
                    <a:pt x="0" y="0"/>
                  </a:lnTo>
                  <a:lnTo>
                    <a:pt x="7930" y="14799"/>
                  </a:lnTo>
                  <a:cubicBezTo>
                    <a:pt x="8144" y="15204"/>
                    <a:pt x="8573" y="15454"/>
                    <a:pt x="9037" y="15454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56"/>
            <p:cNvSpPr/>
            <p:nvPr/>
          </p:nvSpPr>
          <p:spPr>
            <a:xfrm rot="10800000">
              <a:off x="8330550" y="4218050"/>
              <a:ext cx="839392" cy="934332"/>
            </a:xfrm>
            <a:custGeom>
              <a:rect b="b" l="l" r="r" t="t"/>
              <a:pathLst>
                <a:path extrusionOk="0" h="15455" w="13884">
                  <a:moveTo>
                    <a:pt x="9037" y="15454"/>
                  </a:moveTo>
                  <a:lnTo>
                    <a:pt x="12335" y="15454"/>
                  </a:lnTo>
                  <a:cubicBezTo>
                    <a:pt x="13276" y="15454"/>
                    <a:pt x="13883" y="14454"/>
                    <a:pt x="13443" y="13633"/>
                  </a:cubicBezTo>
                  <a:lnTo>
                    <a:pt x="6132" y="0"/>
                  </a:lnTo>
                  <a:lnTo>
                    <a:pt x="0" y="0"/>
                  </a:lnTo>
                  <a:lnTo>
                    <a:pt x="7930" y="14799"/>
                  </a:lnTo>
                  <a:cubicBezTo>
                    <a:pt x="8144" y="15204"/>
                    <a:pt x="8573" y="15454"/>
                    <a:pt x="9037" y="15454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84" name="Google Shape;1184;p56"/>
            <p:cNvCxnSpPr/>
            <p:nvPr/>
          </p:nvCxnSpPr>
          <p:spPr>
            <a:xfrm flipH="1" rot="10800000">
              <a:off x="456175" y="677234"/>
              <a:ext cx="803700" cy="14985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5" name="Google Shape;1185;p56"/>
            <p:cNvCxnSpPr/>
            <p:nvPr/>
          </p:nvCxnSpPr>
          <p:spPr>
            <a:xfrm flipH="1" rot="10800000">
              <a:off x="7900850" y="2989309"/>
              <a:ext cx="803700" cy="14985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86" name="Google Shape;1186;p56"/>
          <p:cNvSpPr txBox="1"/>
          <p:nvPr>
            <p:ph type="title"/>
          </p:nvPr>
        </p:nvSpPr>
        <p:spPr>
          <a:xfrm>
            <a:off x="2751500" y="3088700"/>
            <a:ext cx="36405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87" name="Google Shape;1187;p56"/>
          <p:cNvSpPr txBox="1"/>
          <p:nvPr>
            <p:ph idx="1" type="subTitle"/>
          </p:nvPr>
        </p:nvSpPr>
        <p:spPr>
          <a:xfrm>
            <a:off x="837600" y="1522900"/>
            <a:ext cx="74688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88" name="Google Shape;1188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0" name="Google Shape;1190;p57"/>
          <p:cNvGrpSpPr/>
          <p:nvPr/>
        </p:nvGrpSpPr>
        <p:grpSpPr>
          <a:xfrm>
            <a:off x="-367875" y="0"/>
            <a:ext cx="9993375" cy="5182875"/>
            <a:chOff x="-367875" y="0"/>
            <a:chExt cx="9993375" cy="5182875"/>
          </a:xfrm>
        </p:grpSpPr>
        <p:sp>
          <p:nvSpPr>
            <p:cNvPr id="1191" name="Google Shape;1191;p57"/>
            <p:cNvSpPr/>
            <p:nvPr/>
          </p:nvSpPr>
          <p:spPr>
            <a:xfrm flipH="1">
              <a:off x="8" y="0"/>
              <a:ext cx="1786242" cy="1144831"/>
            </a:xfrm>
            <a:custGeom>
              <a:rect b="b" l="l" r="r" t="t"/>
              <a:pathLst>
                <a:path extrusionOk="0" h="16087" w="25100">
                  <a:moveTo>
                    <a:pt x="1013" y="4144"/>
                  </a:moveTo>
                  <a:lnTo>
                    <a:pt x="6740" y="14824"/>
                  </a:lnTo>
                  <a:cubicBezTo>
                    <a:pt x="7156" y="15610"/>
                    <a:pt x="7966" y="16086"/>
                    <a:pt x="8859" y="16086"/>
                  </a:cubicBezTo>
                  <a:lnTo>
                    <a:pt x="25099" y="16086"/>
                  </a:lnTo>
                  <a:lnTo>
                    <a:pt x="25099" y="1"/>
                  </a:lnTo>
                  <a:lnTo>
                    <a:pt x="3513" y="1"/>
                  </a:lnTo>
                  <a:cubicBezTo>
                    <a:pt x="1370" y="1"/>
                    <a:pt x="1" y="2263"/>
                    <a:pt x="1013" y="4144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57"/>
            <p:cNvSpPr/>
            <p:nvPr/>
          </p:nvSpPr>
          <p:spPr>
            <a:xfrm>
              <a:off x="-139600" y="1021150"/>
              <a:ext cx="1136777" cy="306906"/>
            </a:xfrm>
            <a:custGeom>
              <a:rect b="b" l="l" r="r" t="t"/>
              <a:pathLst>
                <a:path extrusionOk="0" h="6037" w="22361">
                  <a:moveTo>
                    <a:pt x="19337" y="6037"/>
                  </a:moveTo>
                  <a:lnTo>
                    <a:pt x="3025" y="6037"/>
                  </a:lnTo>
                  <a:cubicBezTo>
                    <a:pt x="1358" y="6037"/>
                    <a:pt x="1" y="4679"/>
                    <a:pt x="1" y="3013"/>
                  </a:cubicBezTo>
                  <a:lnTo>
                    <a:pt x="1" y="3013"/>
                  </a:lnTo>
                  <a:cubicBezTo>
                    <a:pt x="1" y="1346"/>
                    <a:pt x="1358" y="0"/>
                    <a:pt x="3025" y="0"/>
                  </a:cubicBezTo>
                  <a:lnTo>
                    <a:pt x="19337" y="0"/>
                  </a:lnTo>
                  <a:cubicBezTo>
                    <a:pt x="21004" y="0"/>
                    <a:pt x="22361" y="1346"/>
                    <a:pt x="22361" y="3013"/>
                  </a:cubicBezTo>
                  <a:lnTo>
                    <a:pt x="22361" y="3013"/>
                  </a:lnTo>
                  <a:cubicBezTo>
                    <a:pt x="22361" y="4679"/>
                    <a:pt x="21004" y="6037"/>
                    <a:pt x="19337" y="6037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57"/>
            <p:cNvSpPr/>
            <p:nvPr/>
          </p:nvSpPr>
          <p:spPr>
            <a:xfrm>
              <a:off x="-367875" y="1234875"/>
              <a:ext cx="1136777" cy="306906"/>
            </a:xfrm>
            <a:custGeom>
              <a:rect b="b" l="l" r="r" t="t"/>
              <a:pathLst>
                <a:path extrusionOk="0" h="6037" w="22361">
                  <a:moveTo>
                    <a:pt x="19337" y="6037"/>
                  </a:moveTo>
                  <a:lnTo>
                    <a:pt x="3025" y="6037"/>
                  </a:lnTo>
                  <a:cubicBezTo>
                    <a:pt x="1358" y="6037"/>
                    <a:pt x="1" y="4679"/>
                    <a:pt x="1" y="3013"/>
                  </a:cubicBezTo>
                  <a:lnTo>
                    <a:pt x="1" y="3013"/>
                  </a:lnTo>
                  <a:cubicBezTo>
                    <a:pt x="1" y="1346"/>
                    <a:pt x="1358" y="0"/>
                    <a:pt x="3025" y="0"/>
                  </a:cubicBezTo>
                  <a:lnTo>
                    <a:pt x="19337" y="0"/>
                  </a:lnTo>
                  <a:cubicBezTo>
                    <a:pt x="21004" y="0"/>
                    <a:pt x="22361" y="1346"/>
                    <a:pt x="22361" y="3013"/>
                  </a:cubicBezTo>
                  <a:lnTo>
                    <a:pt x="22361" y="3013"/>
                  </a:lnTo>
                  <a:cubicBezTo>
                    <a:pt x="22361" y="4679"/>
                    <a:pt x="21004" y="6037"/>
                    <a:pt x="19337" y="603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63000">
                  <a:srgbClr val="194175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57"/>
            <p:cNvSpPr/>
            <p:nvPr/>
          </p:nvSpPr>
          <p:spPr>
            <a:xfrm>
              <a:off x="8639400" y="3507075"/>
              <a:ext cx="986100" cy="1675800"/>
            </a:xfrm>
            <a:prstGeom prst="round2SameRect">
              <a:avLst>
                <a:gd fmla="val 16667" name="adj1"/>
                <a:gd fmla="val 0" name="adj2"/>
              </a:avLst>
            </a:pr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5" name="Google Shape;1195;p57"/>
          <p:cNvSpPr txBox="1"/>
          <p:nvPr>
            <p:ph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1196" name="Google Shape;1196;p57"/>
          <p:cNvSpPr txBox="1"/>
          <p:nvPr>
            <p:ph idx="1" type="subTitle"/>
          </p:nvPr>
        </p:nvSpPr>
        <p:spPr>
          <a:xfrm>
            <a:off x="715050" y="2013250"/>
            <a:ext cx="3845700" cy="17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○"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■"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●"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○"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■"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●"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○"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Exo"/>
              <a:buChar char="■"/>
              <a:defRPr sz="1600"/>
            </a:lvl9pPr>
          </a:lstStyle>
          <a:p/>
        </p:txBody>
      </p:sp>
      <p:sp>
        <p:nvSpPr>
          <p:cNvPr id="1197" name="Google Shape;1197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58"/>
          <p:cNvSpPr txBox="1"/>
          <p:nvPr>
            <p:ph type="title"/>
          </p:nvPr>
        </p:nvSpPr>
        <p:spPr>
          <a:xfrm>
            <a:off x="720000" y="2730788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00" name="Google Shape;1200;p58"/>
          <p:cNvSpPr txBox="1"/>
          <p:nvPr>
            <p:ph idx="1" type="subTitle"/>
          </p:nvPr>
        </p:nvSpPr>
        <p:spPr>
          <a:xfrm>
            <a:off x="720000" y="3258488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01" name="Google Shape;1201;p58"/>
          <p:cNvSpPr txBox="1"/>
          <p:nvPr>
            <p:ph idx="2" type="title"/>
          </p:nvPr>
        </p:nvSpPr>
        <p:spPr>
          <a:xfrm>
            <a:off x="3403800" y="2730788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02" name="Google Shape;1202;p58"/>
          <p:cNvSpPr txBox="1"/>
          <p:nvPr>
            <p:ph idx="3" type="subTitle"/>
          </p:nvPr>
        </p:nvSpPr>
        <p:spPr>
          <a:xfrm>
            <a:off x="3403800" y="3258488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03" name="Google Shape;1203;p58"/>
          <p:cNvSpPr txBox="1"/>
          <p:nvPr>
            <p:ph idx="4" type="title"/>
          </p:nvPr>
        </p:nvSpPr>
        <p:spPr>
          <a:xfrm>
            <a:off x="6087600" y="2730788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04" name="Google Shape;1204;p58"/>
          <p:cNvSpPr txBox="1"/>
          <p:nvPr>
            <p:ph idx="5" type="subTitle"/>
          </p:nvPr>
        </p:nvSpPr>
        <p:spPr>
          <a:xfrm>
            <a:off x="6087600" y="3258488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05" name="Google Shape;1205;p58"/>
          <p:cNvSpPr txBox="1"/>
          <p:nvPr>
            <p:ph idx="6"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1206" name="Google Shape;1206;p58"/>
          <p:cNvSpPr/>
          <p:nvPr/>
        </p:nvSpPr>
        <p:spPr>
          <a:xfrm>
            <a:off x="-204000" y="4253900"/>
            <a:ext cx="1820700" cy="1081500"/>
          </a:xfrm>
          <a:prstGeom prst="round2Diag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58"/>
          <p:cNvSpPr/>
          <p:nvPr/>
        </p:nvSpPr>
        <p:spPr>
          <a:xfrm>
            <a:off x="346725" y="4802700"/>
            <a:ext cx="3009900" cy="691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6"/>
              </a:gs>
              <a:gs pos="100000">
                <a:schemeClr val="accent5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58"/>
          <p:cNvSpPr/>
          <p:nvPr/>
        </p:nvSpPr>
        <p:spPr>
          <a:xfrm rot="-5400000">
            <a:off x="7345800" y="594725"/>
            <a:ext cx="3009900" cy="691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58"/>
          <p:cNvSpPr/>
          <p:nvPr/>
        </p:nvSpPr>
        <p:spPr>
          <a:xfrm rot="10800000">
            <a:off x="7761600" y="-861800"/>
            <a:ext cx="953400" cy="13968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2" name="Google Shape;1212;p59"/>
          <p:cNvGrpSpPr/>
          <p:nvPr/>
        </p:nvGrpSpPr>
        <p:grpSpPr>
          <a:xfrm>
            <a:off x="-289287" y="-577505"/>
            <a:ext cx="10470662" cy="2356507"/>
            <a:chOff x="-289287" y="-577505"/>
            <a:chExt cx="10470662" cy="2356507"/>
          </a:xfrm>
        </p:grpSpPr>
        <p:sp>
          <p:nvSpPr>
            <p:cNvPr id="1213" name="Google Shape;1213;p59"/>
            <p:cNvSpPr/>
            <p:nvPr/>
          </p:nvSpPr>
          <p:spPr>
            <a:xfrm flipH="1">
              <a:off x="-227693" y="-82087"/>
              <a:ext cx="1585322" cy="1861089"/>
            </a:xfrm>
            <a:custGeom>
              <a:rect b="b" l="l" r="r" t="t"/>
              <a:pathLst>
                <a:path extrusionOk="0" h="35350" w="30112">
                  <a:moveTo>
                    <a:pt x="30111" y="0"/>
                  </a:moveTo>
                  <a:lnTo>
                    <a:pt x="0" y="0"/>
                  </a:lnTo>
                  <a:lnTo>
                    <a:pt x="17169" y="32016"/>
                  </a:lnTo>
                  <a:cubicBezTo>
                    <a:pt x="18265" y="34064"/>
                    <a:pt x="20408" y="35350"/>
                    <a:pt x="22753" y="35350"/>
                  </a:cubicBezTo>
                  <a:lnTo>
                    <a:pt x="30111" y="3535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59"/>
            <p:cNvSpPr/>
            <p:nvPr/>
          </p:nvSpPr>
          <p:spPr>
            <a:xfrm flipH="1" rot="3397010">
              <a:off x="21768" y="-360169"/>
              <a:ext cx="1298627" cy="1444518"/>
            </a:xfrm>
            <a:custGeom>
              <a:rect b="b" l="l" r="r" t="t"/>
              <a:pathLst>
                <a:path extrusionOk="0" h="15456" w="13895">
                  <a:moveTo>
                    <a:pt x="4846" y="15455"/>
                  </a:moveTo>
                  <a:lnTo>
                    <a:pt x="1548" y="15455"/>
                  </a:lnTo>
                  <a:cubicBezTo>
                    <a:pt x="608" y="15455"/>
                    <a:pt x="0" y="14455"/>
                    <a:pt x="453" y="13634"/>
                  </a:cubicBezTo>
                  <a:lnTo>
                    <a:pt x="7763" y="1"/>
                  </a:lnTo>
                  <a:lnTo>
                    <a:pt x="13895" y="1"/>
                  </a:lnTo>
                  <a:lnTo>
                    <a:pt x="5953" y="14800"/>
                  </a:lnTo>
                  <a:cubicBezTo>
                    <a:pt x="5739" y="15205"/>
                    <a:pt x="5311" y="15455"/>
                    <a:pt x="4846" y="15455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59"/>
            <p:cNvSpPr/>
            <p:nvPr/>
          </p:nvSpPr>
          <p:spPr>
            <a:xfrm>
              <a:off x="8483225" y="0"/>
              <a:ext cx="1698150" cy="459376"/>
            </a:xfrm>
            <a:custGeom>
              <a:rect b="b" l="l" r="r" t="t"/>
              <a:pathLst>
                <a:path extrusionOk="0" h="6049" w="22361">
                  <a:moveTo>
                    <a:pt x="19336" y="6049"/>
                  </a:moveTo>
                  <a:lnTo>
                    <a:pt x="3024" y="6049"/>
                  </a:lnTo>
                  <a:cubicBezTo>
                    <a:pt x="1358" y="6049"/>
                    <a:pt x="0" y="4692"/>
                    <a:pt x="0" y="3025"/>
                  </a:cubicBezTo>
                  <a:lnTo>
                    <a:pt x="0" y="3025"/>
                  </a:lnTo>
                  <a:cubicBezTo>
                    <a:pt x="0" y="1358"/>
                    <a:pt x="1358" y="1"/>
                    <a:pt x="3024" y="1"/>
                  </a:cubicBezTo>
                  <a:lnTo>
                    <a:pt x="19336" y="1"/>
                  </a:lnTo>
                  <a:cubicBezTo>
                    <a:pt x="21003" y="1"/>
                    <a:pt x="22360" y="1358"/>
                    <a:pt x="22360" y="3025"/>
                  </a:cubicBezTo>
                  <a:lnTo>
                    <a:pt x="22360" y="3025"/>
                  </a:lnTo>
                  <a:cubicBezTo>
                    <a:pt x="22360" y="4692"/>
                    <a:pt x="21003" y="6049"/>
                    <a:pt x="19336" y="6049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6" name="Google Shape;1216;p59"/>
          <p:cNvSpPr txBox="1"/>
          <p:nvPr>
            <p:ph idx="1" type="subTitle"/>
          </p:nvPr>
        </p:nvSpPr>
        <p:spPr>
          <a:xfrm flipH="1">
            <a:off x="6384382" y="3342550"/>
            <a:ext cx="20445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1217" name="Google Shape;1217;p59"/>
          <p:cNvSpPr txBox="1"/>
          <p:nvPr>
            <p:ph idx="2" type="subTitle"/>
          </p:nvPr>
        </p:nvSpPr>
        <p:spPr>
          <a:xfrm flipH="1">
            <a:off x="6384382" y="3802000"/>
            <a:ext cx="20445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18" name="Google Shape;1218;p59"/>
          <p:cNvSpPr txBox="1"/>
          <p:nvPr>
            <p:ph idx="3" type="subTitle"/>
          </p:nvPr>
        </p:nvSpPr>
        <p:spPr>
          <a:xfrm flipH="1">
            <a:off x="4257657" y="3342538"/>
            <a:ext cx="20445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1219" name="Google Shape;1219;p59"/>
          <p:cNvSpPr txBox="1"/>
          <p:nvPr>
            <p:ph idx="4" type="subTitle"/>
          </p:nvPr>
        </p:nvSpPr>
        <p:spPr>
          <a:xfrm flipH="1">
            <a:off x="4257657" y="3798525"/>
            <a:ext cx="20445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20" name="Google Shape;1220;p59"/>
          <p:cNvSpPr txBox="1"/>
          <p:nvPr>
            <p:ph idx="5" type="subTitle"/>
          </p:nvPr>
        </p:nvSpPr>
        <p:spPr>
          <a:xfrm flipH="1">
            <a:off x="4257657" y="1931275"/>
            <a:ext cx="20445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1221" name="Google Shape;1221;p59"/>
          <p:cNvSpPr txBox="1"/>
          <p:nvPr>
            <p:ph idx="6" type="subTitle"/>
          </p:nvPr>
        </p:nvSpPr>
        <p:spPr>
          <a:xfrm flipH="1">
            <a:off x="4257657" y="2383800"/>
            <a:ext cx="20445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22" name="Google Shape;1222;p59"/>
          <p:cNvSpPr txBox="1"/>
          <p:nvPr>
            <p:ph type="title"/>
          </p:nvPr>
        </p:nvSpPr>
        <p:spPr>
          <a:xfrm>
            <a:off x="4257650" y="358100"/>
            <a:ext cx="4171200" cy="10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1223" name="Google Shape;1223;p59"/>
          <p:cNvSpPr txBox="1"/>
          <p:nvPr>
            <p:ph idx="7" type="subTitle"/>
          </p:nvPr>
        </p:nvSpPr>
        <p:spPr>
          <a:xfrm>
            <a:off x="4257657" y="2203675"/>
            <a:ext cx="20445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24" name="Google Shape;1224;p59"/>
          <p:cNvSpPr txBox="1"/>
          <p:nvPr>
            <p:ph idx="8" type="subTitle"/>
          </p:nvPr>
        </p:nvSpPr>
        <p:spPr>
          <a:xfrm>
            <a:off x="4257657" y="3614825"/>
            <a:ext cx="20445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25" name="Google Shape;1225;p59"/>
          <p:cNvSpPr txBox="1"/>
          <p:nvPr>
            <p:ph idx="9" type="subTitle"/>
          </p:nvPr>
        </p:nvSpPr>
        <p:spPr>
          <a:xfrm>
            <a:off x="6384382" y="3614725"/>
            <a:ext cx="20445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26" name="Google Shape;1226;p59"/>
          <p:cNvSpPr txBox="1"/>
          <p:nvPr>
            <p:ph idx="13" type="subTitle"/>
          </p:nvPr>
        </p:nvSpPr>
        <p:spPr>
          <a:xfrm flipH="1">
            <a:off x="6384382" y="1931275"/>
            <a:ext cx="20445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amabhadra"/>
              <a:buNone/>
              <a:defRPr b="1" sz="20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1227" name="Google Shape;1227;p59"/>
          <p:cNvSpPr txBox="1"/>
          <p:nvPr>
            <p:ph idx="14" type="subTitle"/>
          </p:nvPr>
        </p:nvSpPr>
        <p:spPr>
          <a:xfrm flipH="1">
            <a:off x="6384382" y="2383800"/>
            <a:ext cx="20445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28" name="Google Shape;1228;p59"/>
          <p:cNvSpPr txBox="1"/>
          <p:nvPr>
            <p:ph idx="15" type="subTitle"/>
          </p:nvPr>
        </p:nvSpPr>
        <p:spPr>
          <a:xfrm>
            <a:off x="6384382" y="2203675"/>
            <a:ext cx="20445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29" name="Google Shape;1229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"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1" name="Google Shape;1231;p60"/>
          <p:cNvGrpSpPr/>
          <p:nvPr/>
        </p:nvGrpSpPr>
        <p:grpSpPr>
          <a:xfrm>
            <a:off x="-21600" y="-472925"/>
            <a:ext cx="9728199" cy="6002555"/>
            <a:chOff x="-21600" y="-472925"/>
            <a:chExt cx="9728199" cy="6002555"/>
          </a:xfrm>
        </p:grpSpPr>
        <p:sp>
          <p:nvSpPr>
            <p:cNvPr id="1232" name="Google Shape;1232;p60"/>
            <p:cNvSpPr/>
            <p:nvPr/>
          </p:nvSpPr>
          <p:spPr>
            <a:xfrm>
              <a:off x="7617098" y="4237818"/>
              <a:ext cx="2089501" cy="1291812"/>
            </a:xfrm>
            <a:custGeom>
              <a:rect b="b" l="l" r="r" t="t"/>
              <a:pathLst>
                <a:path extrusionOk="0" h="33350" w="56317">
                  <a:moveTo>
                    <a:pt x="56317" y="33350"/>
                  </a:moveTo>
                  <a:lnTo>
                    <a:pt x="56317" y="0"/>
                  </a:lnTo>
                  <a:lnTo>
                    <a:pt x="20074" y="0"/>
                  </a:lnTo>
                  <a:cubicBezTo>
                    <a:pt x="18741" y="0"/>
                    <a:pt x="17514" y="739"/>
                    <a:pt x="16883" y="1905"/>
                  </a:cubicBezTo>
                  <a:lnTo>
                    <a:pt x="0" y="33350"/>
                  </a:lnTo>
                  <a:cubicBezTo>
                    <a:pt x="0" y="33350"/>
                    <a:pt x="53412" y="33326"/>
                    <a:pt x="56317" y="3335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33" name="Google Shape;1233;p60"/>
            <p:cNvGrpSpPr/>
            <p:nvPr/>
          </p:nvGrpSpPr>
          <p:grpSpPr>
            <a:xfrm>
              <a:off x="-21600" y="-472925"/>
              <a:ext cx="1218325" cy="1833575"/>
              <a:chOff x="-21600" y="-472925"/>
              <a:chExt cx="1218325" cy="1833575"/>
            </a:xfrm>
          </p:grpSpPr>
          <p:sp>
            <p:nvSpPr>
              <p:cNvPr id="1234" name="Google Shape;1234;p60"/>
              <p:cNvSpPr/>
              <p:nvPr/>
            </p:nvSpPr>
            <p:spPr>
              <a:xfrm flipH="1" rot="10800000">
                <a:off x="-21600" y="-472925"/>
                <a:ext cx="1218325" cy="1833575"/>
              </a:xfrm>
              <a:custGeom>
                <a:rect b="b" l="l" r="r" t="t"/>
                <a:pathLst>
                  <a:path extrusionOk="0" h="73343" w="48733">
                    <a:moveTo>
                      <a:pt x="48732" y="73342"/>
                    </a:moveTo>
                    <a:lnTo>
                      <a:pt x="0" y="73342"/>
                    </a:lnTo>
                    <a:lnTo>
                      <a:pt x="0" y="0"/>
                    </a:lnTo>
                    <a:lnTo>
                      <a:pt x="45399" y="23932"/>
                    </a:lnTo>
                    <a:cubicBezTo>
                      <a:pt x="47447" y="25015"/>
                      <a:pt x="48732" y="27134"/>
                      <a:pt x="48732" y="29432"/>
                    </a:cubicBezTo>
                    <a:lnTo>
                      <a:pt x="48732" y="7334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5" name="Google Shape;1235;p60"/>
              <p:cNvSpPr/>
              <p:nvPr/>
            </p:nvSpPr>
            <p:spPr>
              <a:xfrm flipH="1" rot="5400000">
                <a:off x="-290306" y="-195780"/>
                <a:ext cx="1407925" cy="870435"/>
              </a:xfrm>
              <a:custGeom>
                <a:rect b="b" l="l" r="r" t="t"/>
                <a:pathLst>
                  <a:path extrusionOk="0" h="33350" w="56317">
                    <a:moveTo>
                      <a:pt x="56317" y="33350"/>
                    </a:moveTo>
                    <a:lnTo>
                      <a:pt x="56317" y="0"/>
                    </a:lnTo>
                    <a:lnTo>
                      <a:pt x="20074" y="0"/>
                    </a:lnTo>
                    <a:cubicBezTo>
                      <a:pt x="18741" y="0"/>
                      <a:pt x="17514" y="739"/>
                      <a:pt x="16883" y="1905"/>
                    </a:cubicBezTo>
                    <a:lnTo>
                      <a:pt x="0" y="33350"/>
                    </a:lnTo>
                    <a:cubicBezTo>
                      <a:pt x="0" y="33350"/>
                      <a:pt x="53412" y="33326"/>
                      <a:pt x="56317" y="3335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34000">
                    <a:srgbClr val="FAB93C"/>
                  </a:gs>
                  <a:gs pos="100000">
                    <a:schemeClr val="accent4"/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236" name="Google Shape;1236;p60"/>
            <p:cNvCxnSpPr/>
            <p:nvPr/>
          </p:nvCxnSpPr>
          <p:spPr>
            <a:xfrm>
              <a:off x="7566300" y="4827634"/>
              <a:ext cx="1577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37" name="Google Shape;1237;p60"/>
          <p:cNvSpPr txBox="1"/>
          <p:nvPr>
            <p:ph type="title"/>
          </p:nvPr>
        </p:nvSpPr>
        <p:spPr>
          <a:xfrm>
            <a:off x="1519323" y="1610525"/>
            <a:ext cx="2328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8" name="Google Shape;1238;p60"/>
          <p:cNvSpPr txBox="1"/>
          <p:nvPr>
            <p:ph idx="1" type="subTitle"/>
          </p:nvPr>
        </p:nvSpPr>
        <p:spPr>
          <a:xfrm>
            <a:off x="1519313" y="2273250"/>
            <a:ext cx="286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39" name="Google Shape;1239;p60"/>
          <p:cNvSpPr txBox="1"/>
          <p:nvPr>
            <p:ph idx="2" type="title"/>
          </p:nvPr>
        </p:nvSpPr>
        <p:spPr>
          <a:xfrm>
            <a:off x="5561799" y="1610525"/>
            <a:ext cx="2328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0" name="Google Shape;1240;p60"/>
          <p:cNvSpPr txBox="1"/>
          <p:nvPr>
            <p:ph idx="3" type="subTitle"/>
          </p:nvPr>
        </p:nvSpPr>
        <p:spPr>
          <a:xfrm>
            <a:off x="5561793" y="2273250"/>
            <a:ext cx="286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41" name="Google Shape;1241;p60"/>
          <p:cNvSpPr txBox="1"/>
          <p:nvPr>
            <p:ph idx="4" type="title"/>
          </p:nvPr>
        </p:nvSpPr>
        <p:spPr>
          <a:xfrm>
            <a:off x="1519323" y="3196325"/>
            <a:ext cx="2328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2" name="Google Shape;1242;p60"/>
          <p:cNvSpPr txBox="1"/>
          <p:nvPr>
            <p:ph idx="5" type="subTitle"/>
          </p:nvPr>
        </p:nvSpPr>
        <p:spPr>
          <a:xfrm>
            <a:off x="1519313" y="3859050"/>
            <a:ext cx="286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43" name="Google Shape;1243;p60"/>
          <p:cNvSpPr txBox="1"/>
          <p:nvPr>
            <p:ph idx="6" type="title"/>
          </p:nvPr>
        </p:nvSpPr>
        <p:spPr>
          <a:xfrm>
            <a:off x="5561799" y="3196325"/>
            <a:ext cx="2328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4" name="Google Shape;1244;p60"/>
          <p:cNvSpPr txBox="1"/>
          <p:nvPr>
            <p:ph idx="7" type="subTitle"/>
          </p:nvPr>
        </p:nvSpPr>
        <p:spPr>
          <a:xfrm>
            <a:off x="5561793" y="3859050"/>
            <a:ext cx="286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45" name="Google Shape;1245;p60"/>
          <p:cNvSpPr txBox="1"/>
          <p:nvPr>
            <p:ph idx="8" type="subTitle"/>
          </p:nvPr>
        </p:nvSpPr>
        <p:spPr>
          <a:xfrm>
            <a:off x="715088" y="1646992"/>
            <a:ext cx="695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b="1" sz="2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1246" name="Google Shape;1246;p60"/>
          <p:cNvSpPr txBox="1"/>
          <p:nvPr>
            <p:ph idx="9" type="subTitle"/>
          </p:nvPr>
        </p:nvSpPr>
        <p:spPr>
          <a:xfrm>
            <a:off x="4756588" y="1646992"/>
            <a:ext cx="695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b="1" sz="2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1247" name="Google Shape;1247;p60"/>
          <p:cNvSpPr txBox="1"/>
          <p:nvPr>
            <p:ph idx="13" type="subTitle"/>
          </p:nvPr>
        </p:nvSpPr>
        <p:spPr>
          <a:xfrm>
            <a:off x="715088" y="3239292"/>
            <a:ext cx="695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b="1" sz="2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1248" name="Google Shape;1248;p60"/>
          <p:cNvSpPr txBox="1"/>
          <p:nvPr>
            <p:ph idx="14" type="subTitle"/>
          </p:nvPr>
        </p:nvSpPr>
        <p:spPr>
          <a:xfrm>
            <a:off x="4756588" y="3239292"/>
            <a:ext cx="695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b="1" sz="2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1249" name="Google Shape;1249;p60"/>
          <p:cNvSpPr txBox="1"/>
          <p:nvPr>
            <p:ph idx="15"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1250" name="Google Shape;1250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">
  <p:cSld name="CUSTOM_4"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2" name="Google Shape;1252;p61"/>
          <p:cNvGrpSpPr/>
          <p:nvPr/>
        </p:nvGrpSpPr>
        <p:grpSpPr>
          <a:xfrm>
            <a:off x="-21600" y="-574925"/>
            <a:ext cx="9165600" cy="1935575"/>
            <a:chOff x="-21600" y="-574925"/>
            <a:chExt cx="9165600" cy="1935575"/>
          </a:xfrm>
        </p:grpSpPr>
        <p:grpSp>
          <p:nvGrpSpPr>
            <p:cNvPr id="1253" name="Google Shape;1253;p61"/>
            <p:cNvGrpSpPr/>
            <p:nvPr/>
          </p:nvGrpSpPr>
          <p:grpSpPr>
            <a:xfrm>
              <a:off x="-21600" y="-472925"/>
              <a:ext cx="1218325" cy="1833575"/>
              <a:chOff x="-21600" y="-472925"/>
              <a:chExt cx="1218325" cy="1833575"/>
            </a:xfrm>
          </p:grpSpPr>
          <p:sp>
            <p:nvSpPr>
              <p:cNvPr id="1254" name="Google Shape;1254;p61"/>
              <p:cNvSpPr/>
              <p:nvPr/>
            </p:nvSpPr>
            <p:spPr>
              <a:xfrm flipH="1" rot="10800000">
                <a:off x="-21600" y="-472925"/>
                <a:ext cx="1218325" cy="1833575"/>
              </a:xfrm>
              <a:custGeom>
                <a:rect b="b" l="l" r="r" t="t"/>
                <a:pathLst>
                  <a:path extrusionOk="0" h="73343" w="48733">
                    <a:moveTo>
                      <a:pt x="48732" y="73342"/>
                    </a:moveTo>
                    <a:lnTo>
                      <a:pt x="0" y="73342"/>
                    </a:lnTo>
                    <a:lnTo>
                      <a:pt x="0" y="0"/>
                    </a:lnTo>
                    <a:lnTo>
                      <a:pt x="45399" y="23932"/>
                    </a:lnTo>
                    <a:cubicBezTo>
                      <a:pt x="47447" y="25015"/>
                      <a:pt x="48732" y="27134"/>
                      <a:pt x="48732" y="29432"/>
                    </a:cubicBezTo>
                    <a:lnTo>
                      <a:pt x="48732" y="7334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5" name="Google Shape;1255;p61"/>
              <p:cNvSpPr/>
              <p:nvPr/>
            </p:nvSpPr>
            <p:spPr>
              <a:xfrm flipH="1" rot="5400000">
                <a:off x="-290306" y="-195780"/>
                <a:ext cx="1407925" cy="870435"/>
              </a:xfrm>
              <a:custGeom>
                <a:rect b="b" l="l" r="r" t="t"/>
                <a:pathLst>
                  <a:path extrusionOk="0" h="33350" w="56317">
                    <a:moveTo>
                      <a:pt x="56317" y="33350"/>
                    </a:moveTo>
                    <a:lnTo>
                      <a:pt x="56317" y="0"/>
                    </a:lnTo>
                    <a:lnTo>
                      <a:pt x="20074" y="0"/>
                    </a:lnTo>
                    <a:cubicBezTo>
                      <a:pt x="18741" y="0"/>
                      <a:pt x="17514" y="739"/>
                      <a:pt x="16883" y="1905"/>
                    </a:cubicBezTo>
                    <a:lnTo>
                      <a:pt x="0" y="33350"/>
                    </a:lnTo>
                    <a:cubicBezTo>
                      <a:pt x="0" y="33350"/>
                      <a:pt x="53412" y="33326"/>
                      <a:pt x="56317" y="3335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34000">
                    <a:srgbClr val="FAB93C"/>
                  </a:gs>
                  <a:gs pos="100000">
                    <a:schemeClr val="accent4"/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56" name="Google Shape;1256;p61"/>
            <p:cNvGrpSpPr/>
            <p:nvPr/>
          </p:nvGrpSpPr>
          <p:grpSpPr>
            <a:xfrm flipH="1">
              <a:off x="7925675" y="-574925"/>
              <a:ext cx="1218325" cy="1833575"/>
              <a:chOff x="-21600" y="-472925"/>
              <a:chExt cx="1218325" cy="1833575"/>
            </a:xfrm>
          </p:grpSpPr>
          <p:sp>
            <p:nvSpPr>
              <p:cNvPr id="1257" name="Google Shape;1257;p61"/>
              <p:cNvSpPr/>
              <p:nvPr/>
            </p:nvSpPr>
            <p:spPr>
              <a:xfrm flipH="1" rot="10800000">
                <a:off x="-21600" y="-472925"/>
                <a:ext cx="1218325" cy="1833575"/>
              </a:xfrm>
              <a:custGeom>
                <a:rect b="b" l="l" r="r" t="t"/>
                <a:pathLst>
                  <a:path extrusionOk="0" h="73343" w="48733">
                    <a:moveTo>
                      <a:pt x="48732" y="73342"/>
                    </a:moveTo>
                    <a:lnTo>
                      <a:pt x="0" y="73342"/>
                    </a:lnTo>
                    <a:lnTo>
                      <a:pt x="0" y="0"/>
                    </a:lnTo>
                    <a:lnTo>
                      <a:pt x="45399" y="23932"/>
                    </a:lnTo>
                    <a:cubicBezTo>
                      <a:pt x="47447" y="25015"/>
                      <a:pt x="48732" y="27134"/>
                      <a:pt x="48732" y="29432"/>
                    </a:cubicBezTo>
                    <a:lnTo>
                      <a:pt x="48732" y="7334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8" name="Google Shape;1258;p61"/>
              <p:cNvSpPr/>
              <p:nvPr/>
            </p:nvSpPr>
            <p:spPr>
              <a:xfrm flipH="1" rot="5400000">
                <a:off x="-290306" y="-195780"/>
                <a:ext cx="1407925" cy="870435"/>
              </a:xfrm>
              <a:custGeom>
                <a:rect b="b" l="l" r="r" t="t"/>
                <a:pathLst>
                  <a:path extrusionOk="0" h="33350" w="56317">
                    <a:moveTo>
                      <a:pt x="56317" y="33350"/>
                    </a:moveTo>
                    <a:lnTo>
                      <a:pt x="56317" y="0"/>
                    </a:lnTo>
                    <a:lnTo>
                      <a:pt x="20074" y="0"/>
                    </a:lnTo>
                    <a:cubicBezTo>
                      <a:pt x="18741" y="0"/>
                      <a:pt x="17514" y="739"/>
                      <a:pt x="16883" y="1905"/>
                    </a:cubicBezTo>
                    <a:lnTo>
                      <a:pt x="0" y="33350"/>
                    </a:lnTo>
                    <a:cubicBezTo>
                      <a:pt x="0" y="33350"/>
                      <a:pt x="53412" y="33326"/>
                      <a:pt x="56317" y="3335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34000">
                    <a:srgbClr val="FAB93C"/>
                  </a:gs>
                  <a:gs pos="100000">
                    <a:schemeClr val="accent4"/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59" name="Google Shape;1259;p61"/>
          <p:cNvSpPr txBox="1"/>
          <p:nvPr>
            <p:ph type="title"/>
          </p:nvPr>
        </p:nvSpPr>
        <p:spPr>
          <a:xfrm>
            <a:off x="1506338" y="1686725"/>
            <a:ext cx="2867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60" name="Google Shape;1260;p61"/>
          <p:cNvSpPr txBox="1"/>
          <p:nvPr>
            <p:ph idx="1" type="subTitle"/>
          </p:nvPr>
        </p:nvSpPr>
        <p:spPr>
          <a:xfrm>
            <a:off x="1506338" y="2120850"/>
            <a:ext cx="286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61" name="Google Shape;1261;p61"/>
          <p:cNvSpPr txBox="1"/>
          <p:nvPr>
            <p:ph idx="2" type="title"/>
          </p:nvPr>
        </p:nvSpPr>
        <p:spPr>
          <a:xfrm>
            <a:off x="4790193" y="1686725"/>
            <a:ext cx="2867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62" name="Google Shape;1262;p61"/>
          <p:cNvSpPr txBox="1"/>
          <p:nvPr>
            <p:ph idx="3" type="subTitle"/>
          </p:nvPr>
        </p:nvSpPr>
        <p:spPr>
          <a:xfrm>
            <a:off x="4790193" y="2120850"/>
            <a:ext cx="286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63" name="Google Shape;1263;p61"/>
          <p:cNvSpPr txBox="1"/>
          <p:nvPr>
            <p:ph idx="4" type="title"/>
          </p:nvPr>
        </p:nvSpPr>
        <p:spPr>
          <a:xfrm>
            <a:off x="1506338" y="3120125"/>
            <a:ext cx="2867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64" name="Google Shape;1264;p61"/>
          <p:cNvSpPr txBox="1"/>
          <p:nvPr>
            <p:ph idx="5" type="subTitle"/>
          </p:nvPr>
        </p:nvSpPr>
        <p:spPr>
          <a:xfrm>
            <a:off x="1506338" y="3554250"/>
            <a:ext cx="286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65" name="Google Shape;1265;p61"/>
          <p:cNvSpPr txBox="1"/>
          <p:nvPr>
            <p:ph idx="6" type="title"/>
          </p:nvPr>
        </p:nvSpPr>
        <p:spPr>
          <a:xfrm>
            <a:off x="4790193" y="3120125"/>
            <a:ext cx="2867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66" name="Google Shape;1266;p61"/>
          <p:cNvSpPr txBox="1"/>
          <p:nvPr>
            <p:ph idx="7" type="subTitle"/>
          </p:nvPr>
        </p:nvSpPr>
        <p:spPr>
          <a:xfrm>
            <a:off x="4790193" y="3554250"/>
            <a:ext cx="286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67" name="Google Shape;1267;p61"/>
          <p:cNvSpPr txBox="1"/>
          <p:nvPr>
            <p:ph idx="8"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1268" name="Google Shape;1268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0" name="Google Shape;1270;p62"/>
          <p:cNvGrpSpPr/>
          <p:nvPr/>
        </p:nvGrpSpPr>
        <p:grpSpPr>
          <a:xfrm>
            <a:off x="0" y="0"/>
            <a:ext cx="9144000" cy="4924784"/>
            <a:chOff x="0" y="0"/>
            <a:chExt cx="9144000" cy="4924784"/>
          </a:xfrm>
        </p:grpSpPr>
        <p:sp>
          <p:nvSpPr>
            <p:cNvPr id="1271" name="Google Shape;1271;p62"/>
            <p:cNvSpPr/>
            <p:nvPr/>
          </p:nvSpPr>
          <p:spPr>
            <a:xfrm>
              <a:off x="0" y="0"/>
              <a:ext cx="1895873" cy="393554"/>
            </a:xfrm>
            <a:custGeom>
              <a:rect b="b" l="l" r="r" t="t"/>
              <a:pathLst>
                <a:path extrusionOk="0" h="8490" w="40899">
                  <a:moveTo>
                    <a:pt x="37386" y="0"/>
                  </a:moveTo>
                  <a:lnTo>
                    <a:pt x="1" y="0"/>
                  </a:lnTo>
                  <a:lnTo>
                    <a:pt x="1" y="8490"/>
                  </a:lnTo>
                  <a:lnTo>
                    <a:pt x="35850" y="8490"/>
                  </a:lnTo>
                  <a:cubicBezTo>
                    <a:pt x="36898" y="8490"/>
                    <a:pt x="37863" y="7918"/>
                    <a:pt x="38363" y="7001"/>
                  </a:cubicBezTo>
                  <a:lnTo>
                    <a:pt x="39887" y="4132"/>
                  </a:lnTo>
                  <a:cubicBezTo>
                    <a:pt x="40899" y="2263"/>
                    <a:pt x="39529" y="0"/>
                    <a:pt x="37386" y="0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62"/>
            <p:cNvSpPr/>
            <p:nvPr/>
          </p:nvSpPr>
          <p:spPr>
            <a:xfrm>
              <a:off x="171000" y="191625"/>
              <a:ext cx="1269322" cy="343371"/>
            </a:xfrm>
            <a:custGeom>
              <a:rect b="b" l="l" r="r" t="t"/>
              <a:pathLst>
                <a:path extrusionOk="0" h="6049" w="22361">
                  <a:moveTo>
                    <a:pt x="19336" y="6049"/>
                  </a:moveTo>
                  <a:lnTo>
                    <a:pt x="3024" y="6049"/>
                  </a:lnTo>
                  <a:cubicBezTo>
                    <a:pt x="1358" y="6049"/>
                    <a:pt x="0" y="4692"/>
                    <a:pt x="0" y="3025"/>
                  </a:cubicBezTo>
                  <a:lnTo>
                    <a:pt x="0" y="3025"/>
                  </a:lnTo>
                  <a:cubicBezTo>
                    <a:pt x="0" y="1358"/>
                    <a:pt x="1358" y="1"/>
                    <a:pt x="3024" y="1"/>
                  </a:cubicBezTo>
                  <a:lnTo>
                    <a:pt x="19336" y="1"/>
                  </a:lnTo>
                  <a:cubicBezTo>
                    <a:pt x="21003" y="1"/>
                    <a:pt x="22360" y="1358"/>
                    <a:pt x="22360" y="3025"/>
                  </a:cubicBezTo>
                  <a:lnTo>
                    <a:pt x="22360" y="3025"/>
                  </a:lnTo>
                  <a:cubicBezTo>
                    <a:pt x="22360" y="4692"/>
                    <a:pt x="21003" y="6049"/>
                    <a:pt x="19336" y="6049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73" name="Google Shape;1273;p62"/>
            <p:cNvCxnSpPr/>
            <p:nvPr/>
          </p:nvCxnSpPr>
          <p:spPr>
            <a:xfrm>
              <a:off x="7566300" y="4924784"/>
              <a:ext cx="1577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74" name="Google Shape;1274;p62"/>
          <p:cNvSpPr txBox="1"/>
          <p:nvPr>
            <p:ph type="title"/>
          </p:nvPr>
        </p:nvSpPr>
        <p:spPr>
          <a:xfrm>
            <a:off x="720000" y="1911450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75" name="Google Shape;1275;p62"/>
          <p:cNvSpPr txBox="1"/>
          <p:nvPr>
            <p:ph idx="1" type="subTitle"/>
          </p:nvPr>
        </p:nvSpPr>
        <p:spPr>
          <a:xfrm>
            <a:off x="719975" y="2383850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76" name="Google Shape;1276;p62"/>
          <p:cNvSpPr txBox="1"/>
          <p:nvPr>
            <p:ph idx="2" type="title"/>
          </p:nvPr>
        </p:nvSpPr>
        <p:spPr>
          <a:xfrm>
            <a:off x="3419269" y="1911450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77" name="Google Shape;1277;p62"/>
          <p:cNvSpPr txBox="1"/>
          <p:nvPr>
            <p:ph idx="3" type="subTitle"/>
          </p:nvPr>
        </p:nvSpPr>
        <p:spPr>
          <a:xfrm>
            <a:off x="3419244" y="2383850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78" name="Google Shape;1278;p62"/>
          <p:cNvSpPr txBox="1"/>
          <p:nvPr>
            <p:ph idx="4" type="title"/>
          </p:nvPr>
        </p:nvSpPr>
        <p:spPr>
          <a:xfrm>
            <a:off x="720000" y="3649750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79" name="Google Shape;1279;p62"/>
          <p:cNvSpPr txBox="1"/>
          <p:nvPr>
            <p:ph idx="5" type="subTitle"/>
          </p:nvPr>
        </p:nvSpPr>
        <p:spPr>
          <a:xfrm>
            <a:off x="720000" y="4123700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80" name="Google Shape;1280;p62"/>
          <p:cNvSpPr txBox="1"/>
          <p:nvPr>
            <p:ph idx="6" type="title"/>
          </p:nvPr>
        </p:nvSpPr>
        <p:spPr>
          <a:xfrm>
            <a:off x="3419269" y="3649750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81" name="Google Shape;1281;p62"/>
          <p:cNvSpPr txBox="1"/>
          <p:nvPr>
            <p:ph idx="7" type="subTitle"/>
          </p:nvPr>
        </p:nvSpPr>
        <p:spPr>
          <a:xfrm>
            <a:off x="3419269" y="4123700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82" name="Google Shape;1282;p62"/>
          <p:cNvSpPr txBox="1"/>
          <p:nvPr>
            <p:ph idx="8" type="title"/>
          </p:nvPr>
        </p:nvSpPr>
        <p:spPr>
          <a:xfrm>
            <a:off x="6118545" y="1911450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83" name="Google Shape;1283;p62"/>
          <p:cNvSpPr txBox="1"/>
          <p:nvPr>
            <p:ph idx="9" type="subTitle"/>
          </p:nvPr>
        </p:nvSpPr>
        <p:spPr>
          <a:xfrm>
            <a:off x="6118520" y="2383850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84" name="Google Shape;1284;p62"/>
          <p:cNvSpPr txBox="1"/>
          <p:nvPr>
            <p:ph idx="13" type="title"/>
          </p:nvPr>
        </p:nvSpPr>
        <p:spPr>
          <a:xfrm>
            <a:off x="6118545" y="3649750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85" name="Google Shape;1285;p62"/>
          <p:cNvSpPr txBox="1"/>
          <p:nvPr>
            <p:ph idx="14" type="subTitle"/>
          </p:nvPr>
        </p:nvSpPr>
        <p:spPr>
          <a:xfrm>
            <a:off x="6118545" y="4123700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86" name="Google Shape;1286;p62"/>
          <p:cNvSpPr txBox="1"/>
          <p:nvPr>
            <p:ph idx="15"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sz="32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sz="32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sz="32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sz="32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sz="32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sz="32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sz="32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sz="32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sz="32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287" name="Google Shape;1287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9" name="Google Shape;1289;p63"/>
          <p:cNvGrpSpPr/>
          <p:nvPr/>
        </p:nvGrpSpPr>
        <p:grpSpPr>
          <a:xfrm>
            <a:off x="-2430712" y="-330024"/>
            <a:ext cx="11272838" cy="5840028"/>
            <a:chOff x="-2430712" y="-330025"/>
            <a:chExt cx="11272838" cy="5840028"/>
          </a:xfrm>
        </p:grpSpPr>
        <p:sp>
          <p:nvSpPr>
            <p:cNvPr id="1290" name="Google Shape;1290;p63"/>
            <p:cNvSpPr/>
            <p:nvPr/>
          </p:nvSpPr>
          <p:spPr>
            <a:xfrm rot="5400000">
              <a:off x="-3532599" y="867490"/>
              <a:ext cx="5404039" cy="3200266"/>
            </a:xfrm>
            <a:custGeom>
              <a:rect b="b" l="l" r="r" t="t"/>
              <a:pathLst>
                <a:path extrusionOk="0" h="33350" w="56317">
                  <a:moveTo>
                    <a:pt x="56317" y="33350"/>
                  </a:moveTo>
                  <a:lnTo>
                    <a:pt x="56317" y="0"/>
                  </a:lnTo>
                  <a:lnTo>
                    <a:pt x="20074" y="0"/>
                  </a:lnTo>
                  <a:cubicBezTo>
                    <a:pt x="18741" y="0"/>
                    <a:pt x="17514" y="739"/>
                    <a:pt x="16883" y="1905"/>
                  </a:cubicBezTo>
                  <a:lnTo>
                    <a:pt x="0" y="33350"/>
                  </a:lnTo>
                  <a:cubicBezTo>
                    <a:pt x="0" y="33350"/>
                    <a:pt x="53412" y="33326"/>
                    <a:pt x="56317" y="3335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91" name="Google Shape;1291;p6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226262" y="815750"/>
              <a:ext cx="1190481" cy="13639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2" name="Google Shape;1292;p63"/>
            <p:cNvSpPr/>
            <p:nvPr/>
          </p:nvSpPr>
          <p:spPr>
            <a:xfrm flipH="1" rot="5400000">
              <a:off x="-760722" y="3659453"/>
              <a:ext cx="3009900" cy="6912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63"/>
            <p:cNvSpPr/>
            <p:nvPr/>
          </p:nvSpPr>
          <p:spPr>
            <a:xfrm rot="5400000">
              <a:off x="7822637" y="256007"/>
              <a:ext cx="1605520" cy="433457"/>
            </a:xfrm>
            <a:custGeom>
              <a:rect b="b" l="l" r="r" t="t"/>
              <a:pathLst>
                <a:path extrusionOk="0" h="6037" w="22361">
                  <a:moveTo>
                    <a:pt x="19337" y="6037"/>
                  </a:moveTo>
                  <a:lnTo>
                    <a:pt x="3025" y="6037"/>
                  </a:lnTo>
                  <a:cubicBezTo>
                    <a:pt x="1358" y="6037"/>
                    <a:pt x="1" y="4679"/>
                    <a:pt x="1" y="3013"/>
                  </a:cubicBezTo>
                  <a:lnTo>
                    <a:pt x="1" y="3013"/>
                  </a:lnTo>
                  <a:cubicBezTo>
                    <a:pt x="1" y="1346"/>
                    <a:pt x="1358" y="0"/>
                    <a:pt x="3025" y="0"/>
                  </a:cubicBezTo>
                  <a:lnTo>
                    <a:pt x="19337" y="0"/>
                  </a:lnTo>
                  <a:cubicBezTo>
                    <a:pt x="21004" y="0"/>
                    <a:pt x="22361" y="1346"/>
                    <a:pt x="22361" y="3013"/>
                  </a:cubicBezTo>
                  <a:lnTo>
                    <a:pt x="22361" y="3013"/>
                  </a:lnTo>
                  <a:cubicBezTo>
                    <a:pt x="22361" y="4679"/>
                    <a:pt x="21004" y="6037"/>
                    <a:pt x="19337" y="6037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4" name="Google Shape;1294;p63"/>
          <p:cNvSpPr txBox="1"/>
          <p:nvPr>
            <p:ph type="title"/>
          </p:nvPr>
        </p:nvSpPr>
        <p:spPr>
          <a:xfrm>
            <a:off x="1284000" y="540000"/>
            <a:ext cx="6576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295" name="Google Shape;1295;p63"/>
          <p:cNvSpPr txBox="1"/>
          <p:nvPr>
            <p:ph idx="1" type="subTitle"/>
          </p:nvPr>
        </p:nvSpPr>
        <p:spPr>
          <a:xfrm>
            <a:off x="1284000" y="1246025"/>
            <a:ext cx="65760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96" name="Google Shape;1296;p63"/>
          <p:cNvSpPr txBox="1"/>
          <p:nvPr>
            <p:ph idx="2" type="title"/>
          </p:nvPr>
        </p:nvSpPr>
        <p:spPr>
          <a:xfrm>
            <a:off x="1284000" y="1996138"/>
            <a:ext cx="6576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297" name="Google Shape;1297;p63"/>
          <p:cNvSpPr txBox="1"/>
          <p:nvPr>
            <p:ph idx="3" type="subTitle"/>
          </p:nvPr>
        </p:nvSpPr>
        <p:spPr>
          <a:xfrm>
            <a:off x="1284000" y="2702163"/>
            <a:ext cx="65760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98" name="Google Shape;1298;p63"/>
          <p:cNvSpPr txBox="1"/>
          <p:nvPr>
            <p:ph idx="4" type="title"/>
          </p:nvPr>
        </p:nvSpPr>
        <p:spPr>
          <a:xfrm>
            <a:off x="1284000" y="3452288"/>
            <a:ext cx="6576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299" name="Google Shape;1299;p63"/>
          <p:cNvSpPr txBox="1"/>
          <p:nvPr>
            <p:ph idx="5" type="subTitle"/>
          </p:nvPr>
        </p:nvSpPr>
        <p:spPr>
          <a:xfrm>
            <a:off x="1284000" y="4158313"/>
            <a:ext cx="65760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00" name="Google Shape;1300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2" name="Google Shape;1302;p64"/>
          <p:cNvGrpSpPr/>
          <p:nvPr/>
        </p:nvGrpSpPr>
        <p:grpSpPr>
          <a:xfrm>
            <a:off x="-2021398" y="-280488"/>
            <a:ext cx="13186853" cy="5587491"/>
            <a:chOff x="-2021398" y="-280488"/>
            <a:chExt cx="13186853" cy="5587491"/>
          </a:xfrm>
        </p:grpSpPr>
        <p:grpSp>
          <p:nvGrpSpPr>
            <p:cNvPr id="1303" name="Google Shape;1303;p64"/>
            <p:cNvGrpSpPr/>
            <p:nvPr/>
          </p:nvGrpSpPr>
          <p:grpSpPr>
            <a:xfrm>
              <a:off x="-2021398" y="-280488"/>
              <a:ext cx="3285628" cy="5470491"/>
              <a:chOff x="-2021398" y="-280488"/>
              <a:chExt cx="3285628" cy="5470491"/>
            </a:xfrm>
          </p:grpSpPr>
          <p:pic>
            <p:nvPicPr>
              <p:cNvPr id="1304" name="Google Shape;1304;p64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 rot="5400000">
                <a:off x="-3112423" y="810537"/>
                <a:ext cx="5423976" cy="324192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05" name="Google Shape;1305;p64"/>
              <p:cNvSpPr/>
              <p:nvPr/>
            </p:nvSpPr>
            <p:spPr>
              <a:xfrm flipH="1" rot="10800000">
                <a:off x="-980170" y="-153175"/>
                <a:ext cx="1381200" cy="2023500"/>
              </a:xfrm>
              <a:prstGeom prst="round1Rect">
                <a:avLst>
                  <a:gd fmla="val 50000" name="adj"/>
                </a:avLst>
              </a:pr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6" name="Google Shape;1306;p64"/>
              <p:cNvSpPr/>
              <p:nvPr/>
            </p:nvSpPr>
            <p:spPr>
              <a:xfrm rot="10800000">
                <a:off x="-980184" y="2606537"/>
                <a:ext cx="2200736" cy="2583466"/>
              </a:xfrm>
              <a:custGeom>
                <a:rect b="b" l="l" r="r" t="t"/>
                <a:pathLst>
                  <a:path extrusionOk="0" h="35350" w="30112">
                    <a:moveTo>
                      <a:pt x="30111" y="0"/>
                    </a:moveTo>
                    <a:lnTo>
                      <a:pt x="0" y="0"/>
                    </a:lnTo>
                    <a:lnTo>
                      <a:pt x="17169" y="32016"/>
                    </a:lnTo>
                    <a:cubicBezTo>
                      <a:pt x="18265" y="34064"/>
                      <a:pt x="20408" y="35350"/>
                      <a:pt x="22753" y="35350"/>
                    </a:cubicBezTo>
                    <a:lnTo>
                      <a:pt x="30111" y="3535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5"/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7" name="Google Shape;1307;p64"/>
              <p:cNvSpPr/>
              <p:nvPr/>
            </p:nvSpPr>
            <p:spPr>
              <a:xfrm flipH="1">
                <a:off x="-49362" y="3718588"/>
                <a:ext cx="1313592" cy="1462763"/>
              </a:xfrm>
              <a:custGeom>
                <a:rect b="b" l="l" r="r" t="t"/>
                <a:pathLst>
                  <a:path extrusionOk="0" h="28957" w="26004">
                    <a:moveTo>
                      <a:pt x="16931" y="1"/>
                    </a:moveTo>
                    <a:cubicBezTo>
                      <a:pt x="16062" y="1"/>
                      <a:pt x="15276" y="477"/>
                      <a:pt x="14871" y="1239"/>
                    </a:cubicBezTo>
                    <a:lnTo>
                      <a:pt x="0" y="28957"/>
                    </a:lnTo>
                    <a:lnTo>
                      <a:pt x="11490" y="28957"/>
                    </a:lnTo>
                    <a:lnTo>
                      <a:pt x="25182" y="3418"/>
                    </a:lnTo>
                    <a:cubicBezTo>
                      <a:pt x="26003" y="1870"/>
                      <a:pt x="24872" y="1"/>
                      <a:pt x="231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308" name="Google Shape;1308;p64"/>
              <p:cNvCxnSpPr/>
              <p:nvPr/>
            </p:nvCxnSpPr>
            <p:spPr>
              <a:xfrm rot="10800000">
                <a:off x="-133745" y="2037184"/>
                <a:ext cx="803700" cy="14985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309" name="Google Shape;1309;p64"/>
              <p:cNvSpPr/>
              <p:nvPr/>
            </p:nvSpPr>
            <p:spPr>
              <a:xfrm>
                <a:off x="341500" y="1930000"/>
                <a:ext cx="747202" cy="831749"/>
              </a:xfrm>
              <a:custGeom>
                <a:rect b="b" l="l" r="r" t="t"/>
                <a:pathLst>
                  <a:path extrusionOk="0" h="15455" w="13884">
                    <a:moveTo>
                      <a:pt x="9037" y="15454"/>
                    </a:moveTo>
                    <a:lnTo>
                      <a:pt x="12335" y="15454"/>
                    </a:lnTo>
                    <a:cubicBezTo>
                      <a:pt x="13276" y="15454"/>
                      <a:pt x="13883" y="14454"/>
                      <a:pt x="13443" y="13633"/>
                    </a:cubicBezTo>
                    <a:lnTo>
                      <a:pt x="6132" y="0"/>
                    </a:lnTo>
                    <a:lnTo>
                      <a:pt x="0" y="0"/>
                    </a:lnTo>
                    <a:lnTo>
                      <a:pt x="7930" y="14799"/>
                    </a:lnTo>
                    <a:cubicBezTo>
                      <a:pt x="8144" y="15204"/>
                      <a:pt x="8573" y="15454"/>
                      <a:pt x="9037" y="1545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10" name="Google Shape;1310;p64"/>
            <p:cNvGrpSpPr/>
            <p:nvPr/>
          </p:nvGrpSpPr>
          <p:grpSpPr>
            <a:xfrm flipH="1">
              <a:off x="7879827" y="-163488"/>
              <a:ext cx="3285628" cy="5470491"/>
              <a:chOff x="-2021398" y="-280488"/>
              <a:chExt cx="3285628" cy="5470491"/>
            </a:xfrm>
          </p:grpSpPr>
          <p:pic>
            <p:nvPicPr>
              <p:cNvPr id="1311" name="Google Shape;1311;p64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 rot="5400000">
                <a:off x="-3112423" y="810537"/>
                <a:ext cx="5423976" cy="324192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12" name="Google Shape;1312;p64"/>
              <p:cNvSpPr/>
              <p:nvPr/>
            </p:nvSpPr>
            <p:spPr>
              <a:xfrm flipH="1" rot="10800000">
                <a:off x="-980170" y="-153175"/>
                <a:ext cx="1381200" cy="2023500"/>
              </a:xfrm>
              <a:prstGeom prst="round1Rect">
                <a:avLst>
                  <a:gd fmla="val 50000" name="adj"/>
                </a:avLst>
              </a:pr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3" name="Google Shape;1313;p64"/>
              <p:cNvSpPr/>
              <p:nvPr/>
            </p:nvSpPr>
            <p:spPr>
              <a:xfrm rot="10800000">
                <a:off x="-980184" y="2606537"/>
                <a:ext cx="2200736" cy="2583466"/>
              </a:xfrm>
              <a:custGeom>
                <a:rect b="b" l="l" r="r" t="t"/>
                <a:pathLst>
                  <a:path extrusionOk="0" h="35350" w="30112">
                    <a:moveTo>
                      <a:pt x="30111" y="0"/>
                    </a:moveTo>
                    <a:lnTo>
                      <a:pt x="0" y="0"/>
                    </a:lnTo>
                    <a:lnTo>
                      <a:pt x="17169" y="32016"/>
                    </a:lnTo>
                    <a:cubicBezTo>
                      <a:pt x="18265" y="34064"/>
                      <a:pt x="20408" y="35350"/>
                      <a:pt x="22753" y="35350"/>
                    </a:cubicBezTo>
                    <a:lnTo>
                      <a:pt x="30111" y="3535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5"/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4" name="Google Shape;1314;p64"/>
              <p:cNvSpPr/>
              <p:nvPr/>
            </p:nvSpPr>
            <p:spPr>
              <a:xfrm flipH="1">
                <a:off x="-49362" y="3718588"/>
                <a:ext cx="1313592" cy="1462763"/>
              </a:xfrm>
              <a:custGeom>
                <a:rect b="b" l="l" r="r" t="t"/>
                <a:pathLst>
                  <a:path extrusionOk="0" h="28957" w="26004">
                    <a:moveTo>
                      <a:pt x="16931" y="1"/>
                    </a:moveTo>
                    <a:cubicBezTo>
                      <a:pt x="16062" y="1"/>
                      <a:pt x="15276" y="477"/>
                      <a:pt x="14871" y="1239"/>
                    </a:cubicBezTo>
                    <a:lnTo>
                      <a:pt x="0" y="28957"/>
                    </a:lnTo>
                    <a:lnTo>
                      <a:pt x="11490" y="28957"/>
                    </a:lnTo>
                    <a:lnTo>
                      <a:pt x="25182" y="3418"/>
                    </a:lnTo>
                    <a:cubicBezTo>
                      <a:pt x="26003" y="1870"/>
                      <a:pt x="24872" y="1"/>
                      <a:pt x="231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315" name="Google Shape;1315;p64"/>
              <p:cNvCxnSpPr/>
              <p:nvPr/>
            </p:nvCxnSpPr>
            <p:spPr>
              <a:xfrm rot="10800000">
                <a:off x="-133745" y="2037184"/>
                <a:ext cx="803700" cy="14985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316" name="Google Shape;1316;p64"/>
              <p:cNvSpPr/>
              <p:nvPr/>
            </p:nvSpPr>
            <p:spPr>
              <a:xfrm>
                <a:off x="341500" y="1930000"/>
                <a:ext cx="747202" cy="831749"/>
              </a:xfrm>
              <a:custGeom>
                <a:rect b="b" l="l" r="r" t="t"/>
                <a:pathLst>
                  <a:path extrusionOk="0" h="15455" w="13884">
                    <a:moveTo>
                      <a:pt x="9037" y="15454"/>
                    </a:moveTo>
                    <a:lnTo>
                      <a:pt x="12335" y="15454"/>
                    </a:lnTo>
                    <a:cubicBezTo>
                      <a:pt x="13276" y="15454"/>
                      <a:pt x="13883" y="14454"/>
                      <a:pt x="13443" y="13633"/>
                    </a:cubicBezTo>
                    <a:lnTo>
                      <a:pt x="6132" y="0"/>
                    </a:lnTo>
                    <a:lnTo>
                      <a:pt x="0" y="0"/>
                    </a:lnTo>
                    <a:lnTo>
                      <a:pt x="7930" y="14799"/>
                    </a:lnTo>
                    <a:cubicBezTo>
                      <a:pt x="8144" y="15204"/>
                      <a:pt x="8573" y="15454"/>
                      <a:pt x="9037" y="1545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17" name="Google Shape;1317;p64"/>
          <p:cNvSpPr txBox="1"/>
          <p:nvPr>
            <p:ph type="ctrTitle"/>
          </p:nvPr>
        </p:nvSpPr>
        <p:spPr>
          <a:xfrm>
            <a:off x="2430025" y="669825"/>
            <a:ext cx="4284000" cy="9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18" name="Google Shape;1318;p64"/>
          <p:cNvSpPr txBox="1"/>
          <p:nvPr>
            <p:ph idx="1" type="subTitle"/>
          </p:nvPr>
        </p:nvSpPr>
        <p:spPr>
          <a:xfrm>
            <a:off x="2425075" y="1646825"/>
            <a:ext cx="42939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19" name="Google Shape;1319;p64"/>
          <p:cNvSpPr txBox="1"/>
          <p:nvPr/>
        </p:nvSpPr>
        <p:spPr>
          <a:xfrm>
            <a:off x="2122375" y="3363700"/>
            <a:ext cx="4899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CREDITS: This presentation template was created by</a:t>
            </a:r>
            <a:r>
              <a:rPr b="0" i="0" lang="en" sz="1400" u="none" cap="none" strike="noStrike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1" i="0" lang="en" sz="1400" u="none" cap="none" strike="noStrike">
                <a:solidFill>
                  <a:schemeClr val="accent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4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including icons by</a:t>
            </a:r>
            <a:r>
              <a:rPr b="0" i="0" lang="en" sz="1400" u="none" cap="none" strike="noStrike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1" i="0" lang="en" sz="1400" u="none" cap="none" strike="noStrike">
                <a:solidFill>
                  <a:schemeClr val="accent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4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infographics &amp;</a:t>
            </a:r>
            <a:r>
              <a:rPr b="0" i="0" lang="en" sz="1400" u="none" cap="none" strike="noStrike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0" i="0" lang="en" sz="14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images by </a:t>
            </a:r>
            <a:r>
              <a:rPr b="1" i="0" lang="en" sz="1400" u="none" cap="none" strike="noStrike">
                <a:solidFill>
                  <a:schemeClr val="accent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400" u="none" cap="none" strike="noStrike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20" name="Google Shape;1320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"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2" name="Google Shape;1322;p65"/>
          <p:cNvGrpSpPr/>
          <p:nvPr/>
        </p:nvGrpSpPr>
        <p:grpSpPr>
          <a:xfrm>
            <a:off x="17" y="-699025"/>
            <a:ext cx="9664083" cy="6178425"/>
            <a:chOff x="17" y="-699025"/>
            <a:chExt cx="9664083" cy="6178425"/>
          </a:xfrm>
        </p:grpSpPr>
        <p:sp>
          <p:nvSpPr>
            <p:cNvPr id="1323" name="Google Shape;1323;p65"/>
            <p:cNvSpPr/>
            <p:nvPr/>
          </p:nvSpPr>
          <p:spPr>
            <a:xfrm rot="-5400000">
              <a:off x="-263636" y="263644"/>
              <a:ext cx="1468476" cy="941170"/>
            </a:xfrm>
            <a:custGeom>
              <a:rect b="b" l="l" r="r" t="t"/>
              <a:pathLst>
                <a:path extrusionOk="0" h="16087" w="25100">
                  <a:moveTo>
                    <a:pt x="1013" y="4144"/>
                  </a:moveTo>
                  <a:lnTo>
                    <a:pt x="6740" y="14824"/>
                  </a:lnTo>
                  <a:cubicBezTo>
                    <a:pt x="7156" y="15610"/>
                    <a:pt x="7966" y="16086"/>
                    <a:pt x="8859" y="16086"/>
                  </a:cubicBezTo>
                  <a:lnTo>
                    <a:pt x="25099" y="16086"/>
                  </a:lnTo>
                  <a:lnTo>
                    <a:pt x="25099" y="1"/>
                  </a:lnTo>
                  <a:lnTo>
                    <a:pt x="3513" y="1"/>
                  </a:lnTo>
                  <a:cubicBezTo>
                    <a:pt x="1370" y="1"/>
                    <a:pt x="1" y="2263"/>
                    <a:pt x="1013" y="4144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65"/>
            <p:cNvSpPr/>
            <p:nvPr/>
          </p:nvSpPr>
          <p:spPr>
            <a:xfrm rot="10800000">
              <a:off x="746500" y="-699025"/>
              <a:ext cx="986100" cy="1675800"/>
            </a:xfrm>
            <a:prstGeom prst="round2SameRect">
              <a:avLst>
                <a:gd fmla="val 16667" name="adj1"/>
                <a:gd fmla="val 0" name="adj2"/>
              </a:avLst>
            </a:prstGeom>
            <a:gradFill>
              <a:gsLst>
                <a:gs pos="0">
                  <a:schemeClr val="accent1"/>
                </a:gs>
                <a:gs pos="63000">
                  <a:srgbClr val="194175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25" name="Google Shape;1325;p65"/>
            <p:cNvCxnSpPr/>
            <p:nvPr/>
          </p:nvCxnSpPr>
          <p:spPr>
            <a:xfrm>
              <a:off x="181788" y="236388"/>
              <a:ext cx="0" cy="9957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6" name="Google Shape;1326;p65"/>
            <p:cNvCxnSpPr/>
            <p:nvPr/>
          </p:nvCxnSpPr>
          <p:spPr>
            <a:xfrm>
              <a:off x="941163" y="-229887"/>
              <a:ext cx="0" cy="9957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27" name="Google Shape;1327;p65"/>
            <p:cNvSpPr/>
            <p:nvPr/>
          </p:nvSpPr>
          <p:spPr>
            <a:xfrm flipH="1">
              <a:off x="6654200" y="4788200"/>
              <a:ext cx="3009900" cy="6912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28" name="Google Shape;1328;p65"/>
            <p:cNvCxnSpPr/>
            <p:nvPr/>
          </p:nvCxnSpPr>
          <p:spPr>
            <a:xfrm>
              <a:off x="7566300" y="4652784"/>
              <a:ext cx="1577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29" name="Google Shape;1329;p65"/>
          <p:cNvSpPr txBox="1"/>
          <p:nvPr>
            <p:ph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1330" name="Google Shape;1330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"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2" name="Google Shape;1332;p66"/>
          <p:cNvGrpSpPr/>
          <p:nvPr/>
        </p:nvGrpSpPr>
        <p:grpSpPr>
          <a:xfrm>
            <a:off x="7132025" y="-63150"/>
            <a:ext cx="2410208" cy="2190775"/>
            <a:chOff x="7132025" y="-63150"/>
            <a:chExt cx="2410208" cy="2190775"/>
          </a:xfrm>
        </p:grpSpPr>
        <p:sp>
          <p:nvSpPr>
            <p:cNvPr id="1333" name="Google Shape;1333;p66"/>
            <p:cNvSpPr/>
            <p:nvPr/>
          </p:nvSpPr>
          <p:spPr>
            <a:xfrm flipH="1" rot="10800000">
              <a:off x="7274600" y="-17209"/>
              <a:ext cx="1869356" cy="2144834"/>
            </a:xfrm>
            <a:custGeom>
              <a:rect b="b" l="l" r="r" t="t"/>
              <a:pathLst>
                <a:path extrusionOk="0" h="52936" w="46137">
                  <a:moveTo>
                    <a:pt x="46137" y="0"/>
                  </a:moveTo>
                  <a:lnTo>
                    <a:pt x="31599" y="0"/>
                  </a:lnTo>
                  <a:cubicBezTo>
                    <a:pt x="29635" y="0"/>
                    <a:pt x="27813" y="1084"/>
                    <a:pt x="26896" y="2810"/>
                  </a:cubicBezTo>
                  <a:lnTo>
                    <a:pt x="0" y="52935"/>
                  </a:lnTo>
                  <a:lnTo>
                    <a:pt x="46137" y="52935"/>
                  </a:lnTo>
                  <a:lnTo>
                    <a:pt x="4613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66"/>
            <p:cNvSpPr/>
            <p:nvPr/>
          </p:nvSpPr>
          <p:spPr>
            <a:xfrm>
              <a:off x="8134575" y="-63150"/>
              <a:ext cx="1407658" cy="1095603"/>
            </a:xfrm>
            <a:custGeom>
              <a:rect b="b" l="l" r="r" t="t"/>
              <a:pathLst>
                <a:path extrusionOk="0" h="27171" w="34910">
                  <a:moveTo>
                    <a:pt x="13264" y="12"/>
                  </a:moveTo>
                  <a:lnTo>
                    <a:pt x="1072" y="22765"/>
                  </a:lnTo>
                  <a:cubicBezTo>
                    <a:pt x="0" y="24765"/>
                    <a:pt x="1453" y="27171"/>
                    <a:pt x="3739" y="27171"/>
                  </a:cubicBezTo>
                  <a:lnTo>
                    <a:pt x="18526" y="27171"/>
                  </a:lnTo>
                  <a:cubicBezTo>
                    <a:pt x="19645" y="27171"/>
                    <a:pt x="20669" y="26563"/>
                    <a:pt x="21193" y="25587"/>
                  </a:cubicBezTo>
                  <a:lnTo>
                    <a:pt x="34909" y="1"/>
                  </a:lnTo>
                  <a:lnTo>
                    <a:pt x="13264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66"/>
            <p:cNvSpPr/>
            <p:nvPr/>
          </p:nvSpPr>
          <p:spPr>
            <a:xfrm>
              <a:off x="8261925" y="535000"/>
              <a:ext cx="818600" cy="1140325"/>
            </a:xfrm>
            <a:custGeom>
              <a:rect b="b" l="l" r="r" t="t"/>
              <a:pathLst>
                <a:path extrusionOk="0" h="45613" w="32744">
                  <a:moveTo>
                    <a:pt x="23671" y="1488"/>
                  </a:moveTo>
                  <a:lnTo>
                    <a:pt x="1" y="45613"/>
                  </a:lnTo>
                  <a:lnTo>
                    <a:pt x="8288" y="45613"/>
                  </a:lnTo>
                  <a:lnTo>
                    <a:pt x="32743" y="0"/>
                  </a:lnTo>
                  <a:lnTo>
                    <a:pt x="26171" y="0"/>
                  </a:lnTo>
                  <a:cubicBezTo>
                    <a:pt x="25123" y="0"/>
                    <a:pt x="24159" y="572"/>
                    <a:pt x="23671" y="148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63000">
                  <a:srgbClr val="194175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36" name="Google Shape;1336;p66"/>
            <p:cNvCxnSpPr/>
            <p:nvPr/>
          </p:nvCxnSpPr>
          <p:spPr>
            <a:xfrm flipH="1" rot="10800000">
              <a:off x="8012900" y="40425"/>
              <a:ext cx="416100" cy="720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7" name="Google Shape;1337;p66"/>
            <p:cNvCxnSpPr/>
            <p:nvPr/>
          </p:nvCxnSpPr>
          <p:spPr>
            <a:xfrm rot="10800000">
              <a:off x="7132025" y="-4875"/>
              <a:ext cx="749700" cy="13446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38" name="Google Shape;1338;p66"/>
          <p:cNvSpPr txBox="1"/>
          <p:nvPr>
            <p:ph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1339" name="Google Shape;1339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3"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1" name="Google Shape;1341;p67"/>
          <p:cNvGrpSpPr/>
          <p:nvPr/>
        </p:nvGrpSpPr>
        <p:grpSpPr>
          <a:xfrm>
            <a:off x="-1527400" y="-48600"/>
            <a:ext cx="3310700" cy="922659"/>
            <a:chOff x="-1527400" y="-48600"/>
            <a:chExt cx="3310700" cy="922659"/>
          </a:xfrm>
        </p:grpSpPr>
        <p:sp>
          <p:nvSpPr>
            <p:cNvPr id="1342" name="Google Shape;1342;p67"/>
            <p:cNvSpPr/>
            <p:nvPr/>
          </p:nvSpPr>
          <p:spPr>
            <a:xfrm>
              <a:off x="-1226600" y="-48600"/>
              <a:ext cx="3009900" cy="6912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67"/>
            <p:cNvSpPr/>
            <p:nvPr/>
          </p:nvSpPr>
          <p:spPr>
            <a:xfrm>
              <a:off x="-1527400" y="95625"/>
              <a:ext cx="3009900" cy="6912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44" name="Google Shape;1344;p67"/>
            <p:cNvCxnSpPr/>
            <p:nvPr/>
          </p:nvCxnSpPr>
          <p:spPr>
            <a:xfrm>
              <a:off x="-399075" y="699209"/>
              <a:ext cx="15777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5" name="Google Shape;1345;p67"/>
            <p:cNvCxnSpPr/>
            <p:nvPr/>
          </p:nvCxnSpPr>
          <p:spPr>
            <a:xfrm>
              <a:off x="-711725" y="874059"/>
              <a:ext cx="1577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46" name="Google Shape;1346;p67"/>
          <p:cNvSpPr txBox="1"/>
          <p:nvPr>
            <p:ph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1347" name="Google Shape;1347;p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5"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68"/>
          <p:cNvSpPr txBox="1"/>
          <p:nvPr>
            <p:ph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1350" name="Google Shape;1350;p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6"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2" name="Google Shape;1352;p69"/>
          <p:cNvGrpSpPr/>
          <p:nvPr/>
        </p:nvGrpSpPr>
        <p:grpSpPr>
          <a:xfrm>
            <a:off x="7132025" y="-63150"/>
            <a:ext cx="2410208" cy="2190775"/>
            <a:chOff x="7132025" y="-63150"/>
            <a:chExt cx="2410208" cy="2190775"/>
          </a:xfrm>
        </p:grpSpPr>
        <p:sp>
          <p:nvSpPr>
            <p:cNvPr id="1353" name="Google Shape;1353;p69"/>
            <p:cNvSpPr/>
            <p:nvPr/>
          </p:nvSpPr>
          <p:spPr>
            <a:xfrm flipH="1" rot="10800000">
              <a:off x="7274600" y="-17209"/>
              <a:ext cx="1869356" cy="2144834"/>
            </a:xfrm>
            <a:custGeom>
              <a:rect b="b" l="l" r="r" t="t"/>
              <a:pathLst>
                <a:path extrusionOk="0" h="52936" w="46137">
                  <a:moveTo>
                    <a:pt x="46137" y="0"/>
                  </a:moveTo>
                  <a:lnTo>
                    <a:pt x="31599" y="0"/>
                  </a:lnTo>
                  <a:cubicBezTo>
                    <a:pt x="29635" y="0"/>
                    <a:pt x="27813" y="1084"/>
                    <a:pt x="26896" y="2810"/>
                  </a:cubicBezTo>
                  <a:lnTo>
                    <a:pt x="0" y="52935"/>
                  </a:lnTo>
                  <a:lnTo>
                    <a:pt x="46137" y="52935"/>
                  </a:lnTo>
                  <a:lnTo>
                    <a:pt x="4613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69"/>
            <p:cNvSpPr/>
            <p:nvPr/>
          </p:nvSpPr>
          <p:spPr>
            <a:xfrm>
              <a:off x="8134575" y="-63150"/>
              <a:ext cx="1407658" cy="1095603"/>
            </a:xfrm>
            <a:custGeom>
              <a:rect b="b" l="l" r="r" t="t"/>
              <a:pathLst>
                <a:path extrusionOk="0" h="27171" w="34910">
                  <a:moveTo>
                    <a:pt x="13264" y="12"/>
                  </a:moveTo>
                  <a:lnTo>
                    <a:pt x="1072" y="22765"/>
                  </a:lnTo>
                  <a:cubicBezTo>
                    <a:pt x="0" y="24765"/>
                    <a:pt x="1453" y="27171"/>
                    <a:pt x="3739" y="27171"/>
                  </a:cubicBezTo>
                  <a:lnTo>
                    <a:pt x="18526" y="27171"/>
                  </a:lnTo>
                  <a:cubicBezTo>
                    <a:pt x="19645" y="27171"/>
                    <a:pt x="20669" y="26563"/>
                    <a:pt x="21193" y="25587"/>
                  </a:cubicBezTo>
                  <a:lnTo>
                    <a:pt x="34909" y="1"/>
                  </a:lnTo>
                  <a:lnTo>
                    <a:pt x="13264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69"/>
            <p:cNvSpPr/>
            <p:nvPr/>
          </p:nvSpPr>
          <p:spPr>
            <a:xfrm>
              <a:off x="8261925" y="535000"/>
              <a:ext cx="818600" cy="1140325"/>
            </a:xfrm>
            <a:custGeom>
              <a:rect b="b" l="l" r="r" t="t"/>
              <a:pathLst>
                <a:path extrusionOk="0" h="45613" w="32744">
                  <a:moveTo>
                    <a:pt x="23671" y="1488"/>
                  </a:moveTo>
                  <a:lnTo>
                    <a:pt x="1" y="45613"/>
                  </a:lnTo>
                  <a:lnTo>
                    <a:pt x="8288" y="45613"/>
                  </a:lnTo>
                  <a:lnTo>
                    <a:pt x="32743" y="0"/>
                  </a:lnTo>
                  <a:lnTo>
                    <a:pt x="26171" y="0"/>
                  </a:lnTo>
                  <a:cubicBezTo>
                    <a:pt x="25123" y="0"/>
                    <a:pt x="24159" y="572"/>
                    <a:pt x="23671" y="148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63000">
                  <a:srgbClr val="194175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56" name="Google Shape;1356;p69"/>
            <p:cNvCxnSpPr/>
            <p:nvPr/>
          </p:nvCxnSpPr>
          <p:spPr>
            <a:xfrm flipH="1" rot="10800000">
              <a:off x="8012900" y="40425"/>
              <a:ext cx="416100" cy="720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7" name="Google Shape;1357;p69"/>
            <p:cNvCxnSpPr/>
            <p:nvPr/>
          </p:nvCxnSpPr>
          <p:spPr>
            <a:xfrm rot="10800000">
              <a:off x="7132025" y="-4875"/>
              <a:ext cx="749700" cy="13446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58" name="Google Shape;1358;p69"/>
          <p:cNvSpPr txBox="1"/>
          <p:nvPr>
            <p:ph idx="1" type="subTitle"/>
          </p:nvPr>
        </p:nvSpPr>
        <p:spPr>
          <a:xfrm>
            <a:off x="713100" y="855163"/>
            <a:ext cx="37395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2727"/>
              </a:buClr>
              <a:buSzPts val="1800"/>
              <a:buFont typeface="Open Sans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●"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●"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 sz="1600"/>
            </a:lvl9pPr>
          </a:lstStyle>
          <a:p/>
        </p:txBody>
      </p:sp>
      <p:sp>
        <p:nvSpPr>
          <p:cNvPr id="1359" name="Google Shape;1359;p69"/>
          <p:cNvSpPr txBox="1"/>
          <p:nvPr>
            <p:ph idx="2" type="subTitle"/>
          </p:nvPr>
        </p:nvSpPr>
        <p:spPr>
          <a:xfrm>
            <a:off x="4691400" y="1824300"/>
            <a:ext cx="3739500" cy="24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●"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●"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 sz="1600"/>
            </a:lvl9pPr>
          </a:lstStyle>
          <a:p/>
        </p:txBody>
      </p:sp>
      <p:sp>
        <p:nvSpPr>
          <p:cNvPr id="1360" name="Google Shape;1360;p69"/>
          <p:cNvSpPr txBox="1"/>
          <p:nvPr>
            <p:ph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1361" name="Google Shape;1361;p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7"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3" name="Google Shape;1363;p70"/>
          <p:cNvGrpSpPr/>
          <p:nvPr/>
        </p:nvGrpSpPr>
        <p:grpSpPr>
          <a:xfrm>
            <a:off x="-21600" y="-472925"/>
            <a:ext cx="9484685" cy="5698300"/>
            <a:chOff x="-21600" y="-472925"/>
            <a:chExt cx="9484685" cy="5698300"/>
          </a:xfrm>
        </p:grpSpPr>
        <p:grpSp>
          <p:nvGrpSpPr>
            <p:cNvPr id="1364" name="Google Shape;1364;p70"/>
            <p:cNvGrpSpPr/>
            <p:nvPr/>
          </p:nvGrpSpPr>
          <p:grpSpPr>
            <a:xfrm>
              <a:off x="-21600" y="-472925"/>
              <a:ext cx="1218325" cy="1833575"/>
              <a:chOff x="-21600" y="-472925"/>
              <a:chExt cx="1218325" cy="1833575"/>
            </a:xfrm>
          </p:grpSpPr>
          <p:sp>
            <p:nvSpPr>
              <p:cNvPr id="1365" name="Google Shape;1365;p70"/>
              <p:cNvSpPr/>
              <p:nvPr/>
            </p:nvSpPr>
            <p:spPr>
              <a:xfrm flipH="1" rot="10800000">
                <a:off x="-21600" y="-472925"/>
                <a:ext cx="1218325" cy="1833575"/>
              </a:xfrm>
              <a:custGeom>
                <a:rect b="b" l="l" r="r" t="t"/>
                <a:pathLst>
                  <a:path extrusionOk="0" h="73343" w="48733">
                    <a:moveTo>
                      <a:pt x="48732" y="73342"/>
                    </a:moveTo>
                    <a:lnTo>
                      <a:pt x="0" y="73342"/>
                    </a:lnTo>
                    <a:lnTo>
                      <a:pt x="0" y="0"/>
                    </a:lnTo>
                    <a:lnTo>
                      <a:pt x="45399" y="23932"/>
                    </a:lnTo>
                    <a:cubicBezTo>
                      <a:pt x="47447" y="25015"/>
                      <a:pt x="48732" y="27134"/>
                      <a:pt x="48732" y="29432"/>
                    </a:cubicBezTo>
                    <a:lnTo>
                      <a:pt x="48732" y="7334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5"/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6" name="Google Shape;1366;p70"/>
              <p:cNvSpPr/>
              <p:nvPr/>
            </p:nvSpPr>
            <p:spPr>
              <a:xfrm flipH="1" rot="5400000">
                <a:off x="-290306" y="-195780"/>
                <a:ext cx="1407925" cy="870435"/>
              </a:xfrm>
              <a:custGeom>
                <a:rect b="b" l="l" r="r" t="t"/>
                <a:pathLst>
                  <a:path extrusionOk="0" h="33350" w="56317">
                    <a:moveTo>
                      <a:pt x="56317" y="33350"/>
                    </a:moveTo>
                    <a:lnTo>
                      <a:pt x="56317" y="0"/>
                    </a:lnTo>
                    <a:lnTo>
                      <a:pt x="20074" y="0"/>
                    </a:lnTo>
                    <a:cubicBezTo>
                      <a:pt x="18741" y="0"/>
                      <a:pt x="17514" y="739"/>
                      <a:pt x="16883" y="1905"/>
                    </a:cubicBezTo>
                    <a:lnTo>
                      <a:pt x="0" y="33350"/>
                    </a:lnTo>
                    <a:cubicBezTo>
                      <a:pt x="0" y="33350"/>
                      <a:pt x="53412" y="33326"/>
                      <a:pt x="56317" y="3335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34000">
                    <a:srgbClr val="FAB93C"/>
                  </a:gs>
                  <a:gs pos="100000">
                    <a:schemeClr val="accent4"/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67" name="Google Shape;1367;p70"/>
            <p:cNvSpPr/>
            <p:nvPr/>
          </p:nvSpPr>
          <p:spPr>
            <a:xfrm>
              <a:off x="8062250" y="3901975"/>
              <a:ext cx="1153425" cy="1323400"/>
            </a:xfrm>
            <a:custGeom>
              <a:rect b="b" l="l" r="r" t="t"/>
              <a:pathLst>
                <a:path extrusionOk="0" h="52936" w="46137">
                  <a:moveTo>
                    <a:pt x="46137" y="0"/>
                  </a:moveTo>
                  <a:lnTo>
                    <a:pt x="31599" y="0"/>
                  </a:lnTo>
                  <a:cubicBezTo>
                    <a:pt x="29635" y="0"/>
                    <a:pt x="27813" y="1084"/>
                    <a:pt x="26896" y="2810"/>
                  </a:cubicBezTo>
                  <a:lnTo>
                    <a:pt x="0" y="52935"/>
                  </a:lnTo>
                  <a:lnTo>
                    <a:pt x="46137" y="52935"/>
                  </a:lnTo>
                  <a:lnTo>
                    <a:pt x="46137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70"/>
            <p:cNvSpPr/>
            <p:nvPr/>
          </p:nvSpPr>
          <p:spPr>
            <a:xfrm>
              <a:off x="8626502" y="3996175"/>
              <a:ext cx="836583" cy="930567"/>
            </a:xfrm>
            <a:custGeom>
              <a:rect b="b" l="l" r="r" t="t"/>
              <a:pathLst>
                <a:path extrusionOk="0" h="15456" w="13895">
                  <a:moveTo>
                    <a:pt x="4846" y="15455"/>
                  </a:moveTo>
                  <a:lnTo>
                    <a:pt x="1548" y="15455"/>
                  </a:lnTo>
                  <a:cubicBezTo>
                    <a:pt x="608" y="15455"/>
                    <a:pt x="0" y="14455"/>
                    <a:pt x="453" y="13634"/>
                  </a:cubicBezTo>
                  <a:lnTo>
                    <a:pt x="7763" y="1"/>
                  </a:lnTo>
                  <a:lnTo>
                    <a:pt x="13895" y="1"/>
                  </a:lnTo>
                  <a:lnTo>
                    <a:pt x="5953" y="14800"/>
                  </a:lnTo>
                  <a:cubicBezTo>
                    <a:pt x="5739" y="15205"/>
                    <a:pt x="5311" y="15455"/>
                    <a:pt x="4846" y="15455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9" name="Google Shape;1369;p70"/>
          <p:cNvSpPr txBox="1"/>
          <p:nvPr>
            <p:ph idx="1" type="subTitle"/>
          </p:nvPr>
        </p:nvSpPr>
        <p:spPr>
          <a:xfrm>
            <a:off x="713100" y="997300"/>
            <a:ext cx="37395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●"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●"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 sz="1600"/>
            </a:lvl9pPr>
          </a:lstStyle>
          <a:p/>
        </p:txBody>
      </p:sp>
      <p:sp>
        <p:nvSpPr>
          <p:cNvPr id="1370" name="Google Shape;1370;p70"/>
          <p:cNvSpPr txBox="1"/>
          <p:nvPr>
            <p:ph idx="2" type="subTitle"/>
          </p:nvPr>
        </p:nvSpPr>
        <p:spPr>
          <a:xfrm>
            <a:off x="4691400" y="1966425"/>
            <a:ext cx="3739500" cy="25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●"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●"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 sz="1600"/>
            </a:lvl9pPr>
          </a:lstStyle>
          <a:p/>
        </p:txBody>
      </p:sp>
      <p:sp>
        <p:nvSpPr>
          <p:cNvPr id="1371" name="Google Shape;1371;p70"/>
          <p:cNvSpPr txBox="1"/>
          <p:nvPr>
            <p:ph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b="1" sz="28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/>
        </p:txBody>
      </p:sp>
      <p:sp>
        <p:nvSpPr>
          <p:cNvPr id="1372" name="Google Shape;1372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1">
  <p:cSld name="BLANK_1_1_1_1_1_1_2_1"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4" name="Google Shape;1374;p71"/>
          <p:cNvGrpSpPr/>
          <p:nvPr/>
        </p:nvGrpSpPr>
        <p:grpSpPr>
          <a:xfrm>
            <a:off x="-2021398" y="-280488"/>
            <a:ext cx="13186853" cy="5587491"/>
            <a:chOff x="-2021398" y="-280488"/>
            <a:chExt cx="13186853" cy="5587491"/>
          </a:xfrm>
        </p:grpSpPr>
        <p:grpSp>
          <p:nvGrpSpPr>
            <p:cNvPr id="1375" name="Google Shape;1375;p71"/>
            <p:cNvGrpSpPr/>
            <p:nvPr/>
          </p:nvGrpSpPr>
          <p:grpSpPr>
            <a:xfrm>
              <a:off x="-2021398" y="-280488"/>
              <a:ext cx="3285628" cy="5470491"/>
              <a:chOff x="-2021398" y="-280488"/>
              <a:chExt cx="3285628" cy="5470491"/>
            </a:xfrm>
          </p:grpSpPr>
          <p:pic>
            <p:nvPicPr>
              <p:cNvPr id="1376" name="Google Shape;1376;p71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 rot="5400000">
                <a:off x="-3112423" y="810537"/>
                <a:ext cx="5423976" cy="324192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77" name="Google Shape;1377;p71"/>
              <p:cNvSpPr/>
              <p:nvPr/>
            </p:nvSpPr>
            <p:spPr>
              <a:xfrm flipH="1" rot="10800000">
                <a:off x="-980170" y="-153175"/>
                <a:ext cx="1381200" cy="2023500"/>
              </a:xfrm>
              <a:prstGeom prst="round1Rect">
                <a:avLst>
                  <a:gd fmla="val 50000" name="adj"/>
                </a:avLst>
              </a:pr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8" name="Google Shape;1378;p71"/>
              <p:cNvSpPr/>
              <p:nvPr/>
            </p:nvSpPr>
            <p:spPr>
              <a:xfrm rot="10800000">
                <a:off x="-980184" y="2606537"/>
                <a:ext cx="2200736" cy="2583466"/>
              </a:xfrm>
              <a:custGeom>
                <a:rect b="b" l="l" r="r" t="t"/>
                <a:pathLst>
                  <a:path extrusionOk="0" h="35350" w="30112">
                    <a:moveTo>
                      <a:pt x="30111" y="0"/>
                    </a:moveTo>
                    <a:lnTo>
                      <a:pt x="0" y="0"/>
                    </a:lnTo>
                    <a:lnTo>
                      <a:pt x="17169" y="32016"/>
                    </a:lnTo>
                    <a:cubicBezTo>
                      <a:pt x="18265" y="34064"/>
                      <a:pt x="20408" y="35350"/>
                      <a:pt x="22753" y="35350"/>
                    </a:cubicBezTo>
                    <a:lnTo>
                      <a:pt x="30111" y="3535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5"/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9" name="Google Shape;1379;p71"/>
              <p:cNvSpPr/>
              <p:nvPr/>
            </p:nvSpPr>
            <p:spPr>
              <a:xfrm flipH="1">
                <a:off x="-49362" y="3718588"/>
                <a:ext cx="1313592" cy="1462763"/>
              </a:xfrm>
              <a:custGeom>
                <a:rect b="b" l="l" r="r" t="t"/>
                <a:pathLst>
                  <a:path extrusionOk="0" h="28957" w="26004">
                    <a:moveTo>
                      <a:pt x="16931" y="1"/>
                    </a:moveTo>
                    <a:cubicBezTo>
                      <a:pt x="16062" y="1"/>
                      <a:pt x="15276" y="477"/>
                      <a:pt x="14871" y="1239"/>
                    </a:cubicBezTo>
                    <a:lnTo>
                      <a:pt x="0" y="28957"/>
                    </a:lnTo>
                    <a:lnTo>
                      <a:pt x="11490" y="28957"/>
                    </a:lnTo>
                    <a:lnTo>
                      <a:pt x="25182" y="3418"/>
                    </a:lnTo>
                    <a:cubicBezTo>
                      <a:pt x="26003" y="1870"/>
                      <a:pt x="24872" y="1"/>
                      <a:pt x="231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380" name="Google Shape;1380;p71"/>
              <p:cNvCxnSpPr/>
              <p:nvPr/>
            </p:nvCxnSpPr>
            <p:spPr>
              <a:xfrm rot="10800000">
                <a:off x="-133745" y="2037184"/>
                <a:ext cx="803700" cy="14985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381" name="Google Shape;1381;p71"/>
              <p:cNvSpPr/>
              <p:nvPr/>
            </p:nvSpPr>
            <p:spPr>
              <a:xfrm>
                <a:off x="341500" y="1930000"/>
                <a:ext cx="747202" cy="831749"/>
              </a:xfrm>
              <a:custGeom>
                <a:rect b="b" l="l" r="r" t="t"/>
                <a:pathLst>
                  <a:path extrusionOk="0" h="15455" w="13884">
                    <a:moveTo>
                      <a:pt x="9037" y="15454"/>
                    </a:moveTo>
                    <a:lnTo>
                      <a:pt x="12335" y="15454"/>
                    </a:lnTo>
                    <a:cubicBezTo>
                      <a:pt x="13276" y="15454"/>
                      <a:pt x="13883" y="14454"/>
                      <a:pt x="13443" y="13633"/>
                    </a:cubicBezTo>
                    <a:lnTo>
                      <a:pt x="6132" y="0"/>
                    </a:lnTo>
                    <a:lnTo>
                      <a:pt x="0" y="0"/>
                    </a:lnTo>
                    <a:lnTo>
                      <a:pt x="7930" y="14799"/>
                    </a:lnTo>
                    <a:cubicBezTo>
                      <a:pt x="8144" y="15204"/>
                      <a:pt x="8573" y="15454"/>
                      <a:pt x="9037" y="1545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2" name="Google Shape;1382;p71"/>
            <p:cNvGrpSpPr/>
            <p:nvPr/>
          </p:nvGrpSpPr>
          <p:grpSpPr>
            <a:xfrm flipH="1">
              <a:off x="7879827" y="-163488"/>
              <a:ext cx="3285628" cy="5470491"/>
              <a:chOff x="-2021398" y="-280488"/>
              <a:chExt cx="3285628" cy="5470491"/>
            </a:xfrm>
          </p:grpSpPr>
          <p:pic>
            <p:nvPicPr>
              <p:cNvPr id="1383" name="Google Shape;1383;p71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 rot="5400000">
                <a:off x="-3112423" y="810537"/>
                <a:ext cx="5423976" cy="324192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84" name="Google Shape;1384;p71"/>
              <p:cNvSpPr/>
              <p:nvPr/>
            </p:nvSpPr>
            <p:spPr>
              <a:xfrm flipH="1" rot="10800000">
                <a:off x="-980170" y="-153175"/>
                <a:ext cx="1381200" cy="2023500"/>
              </a:xfrm>
              <a:prstGeom prst="round1Rect">
                <a:avLst>
                  <a:gd fmla="val 50000" name="adj"/>
                </a:avLst>
              </a:pr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5" name="Google Shape;1385;p71"/>
              <p:cNvSpPr/>
              <p:nvPr/>
            </p:nvSpPr>
            <p:spPr>
              <a:xfrm rot="10800000">
                <a:off x="-980184" y="2606537"/>
                <a:ext cx="2200736" cy="2583466"/>
              </a:xfrm>
              <a:custGeom>
                <a:rect b="b" l="l" r="r" t="t"/>
                <a:pathLst>
                  <a:path extrusionOk="0" h="35350" w="30112">
                    <a:moveTo>
                      <a:pt x="30111" y="0"/>
                    </a:moveTo>
                    <a:lnTo>
                      <a:pt x="0" y="0"/>
                    </a:lnTo>
                    <a:lnTo>
                      <a:pt x="17169" y="32016"/>
                    </a:lnTo>
                    <a:cubicBezTo>
                      <a:pt x="18265" y="34064"/>
                      <a:pt x="20408" y="35350"/>
                      <a:pt x="22753" y="35350"/>
                    </a:cubicBezTo>
                    <a:lnTo>
                      <a:pt x="30111" y="3535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5"/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6" name="Google Shape;1386;p71"/>
              <p:cNvSpPr/>
              <p:nvPr/>
            </p:nvSpPr>
            <p:spPr>
              <a:xfrm flipH="1">
                <a:off x="-49362" y="3718588"/>
                <a:ext cx="1313592" cy="1462763"/>
              </a:xfrm>
              <a:custGeom>
                <a:rect b="b" l="l" r="r" t="t"/>
                <a:pathLst>
                  <a:path extrusionOk="0" h="28957" w="26004">
                    <a:moveTo>
                      <a:pt x="16931" y="1"/>
                    </a:moveTo>
                    <a:cubicBezTo>
                      <a:pt x="16062" y="1"/>
                      <a:pt x="15276" y="477"/>
                      <a:pt x="14871" y="1239"/>
                    </a:cubicBezTo>
                    <a:lnTo>
                      <a:pt x="0" y="28957"/>
                    </a:lnTo>
                    <a:lnTo>
                      <a:pt x="11490" y="28957"/>
                    </a:lnTo>
                    <a:lnTo>
                      <a:pt x="25182" y="3418"/>
                    </a:lnTo>
                    <a:cubicBezTo>
                      <a:pt x="26003" y="1870"/>
                      <a:pt x="24872" y="1"/>
                      <a:pt x="231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387" name="Google Shape;1387;p71"/>
              <p:cNvCxnSpPr/>
              <p:nvPr/>
            </p:nvCxnSpPr>
            <p:spPr>
              <a:xfrm rot="10800000">
                <a:off x="-133745" y="2037184"/>
                <a:ext cx="803700" cy="14985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388" name="Google Shape;1388;p71"/>
              <p:cNvSpPr/>
              <p:nvPr/>
            </p:nvSpPr>
            <p:spPr>
              <a:xfrm>
                <a:off x="341500" y="1930000"/>
                <a:ext cx="747202" cy="831749"/>
              </a:xfrm>
              <a:custGeom>
                <a:rect b="b" l="l" r="r" t="t"/>
                <a:pathLst>
                  <a:path extrusionOk="0" h="15455" w="13884">
                    <a:moveTo>
                      <a:pt x="9037" y="15454"/>
                    </a:moveTo>
                    <a:lnTo>
                      <a:pt x="12335" y="15454"/>
                    </a:lnTo>
                    <a:cubicBezTo>
                      <a:pt x="13276" y="15454"/>
                      <a:pt x="13883" y="14454"/>
                      <a:pt x="13443" y="13633"/>
                    </a:cubicBezTo>
                    <a:lnTo>
                      <a:pt x="6132" y="0"/>
                    </a:lnTo>
                    <a:lnTo>
                      <a:pt x="0" y="0"/>
                    </a:lnTo>
                    <a:lnTo>
                      <a:pt x="7930" y="14799"/>
                    </a:lnTo>
                    <a:cubicBezTo>
                      <a:pt x="8144" y="15204"/>
                      <a:pt x="8573" y="15454"/>
                      <a:pt x="9037" y="1545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89" name="Google Shape;1389;p71"/>
          <p:cNvSpPr txBox="1"/>
          <p:nvPr>
            <p:ph type="ctrTitle"/>
          </p:nvPr>
        </p:nvSpPr>
        <p:spPr>
          <a:xfrm>
            <a:off x="2430025" y="669825"/>
            <a:ext cx="4284000" cy="9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90" name="Google Shape;1390;p71"/>
          <p:cNvSpPr txBox="1"/>
          <p:nvPr>
            <p:ph idx="1" type="subTitle"/>
          </p:nvPr>
        </p:nvSpPr>
        <p:spPr>
          <a:xfrm>
            <a:off x="2425075" y="1646825"/>
            <a:ext cx="42939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91" name="Google Shape;1391;p71"/>
          <p:cNvSpPr txBox="1"/>
          <p:nvPr/>
        </p:nvSpPr>
        <p:spPr>
          <a:xfrm>
            <a:off x="2122375" y="3363700"/>
            <a:ext cx="4899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CREDITS: This presentation template was created by</a:t>
            </a:r>
            <a:r>
              <a:rPr b="0" i="0" lang="en" sz="1400" u="none" cap="none" strike="noStrike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1" i="0" lang="en" sz="1400" u="none" cap="none" strike="noStrike">
                <a:solidFill>
                  <a:schemeClr val="accent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4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including icons by</a:t>
            </a:r>
            <a:r>
              <a:rPr b="0" i="0" lang="en" sz="1400" u="none" cap="none" strike="noStrike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1" i="0" lang="en" sz="1400" u="none" cap="none" strike="noStrike">
                <a:solidFill>
                  <a:schemeClr val="accent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4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infographics &amp;</a:t>
            </a:r>
            <a:r>
              <a:rPr b="0" i="0" lang="en" sz="1400" u="none" cap="none" strike="noStrike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0" i="0" lang="en" sz="14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images by </a:t>
            </a:r>
            <a:r>
              <a:rPr b="1" i="0" lang="en" sz="1400" u="none" cap="none" strike="noStrike">
                <a:solidFill>
                  <a:schemeClr val="accent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400" u="none" cap="none" strike="noStrike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92" name="Google Shape;1392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4" name="Google Shape;1394;p72"/>
          <p:cNvGrpSpPr/>
          <p:nvPr/>
        </p:nvGrpSpPr>
        <p:grpSpPr>
          <a:xfrm>
            <a:off x="-289287" y="-577505"/>
            <a:ext cx="10470662" cy="5721006"/>
            <a:chOff x="-289287" y="-577505"/>
            <a:chExt cx="10470662" cy="5721006"/>
          </a:xfrm>
        </p:grpSpPr>
        <p:sp>
          <p:nvSpPr>
            <p:cNvPr id="1395" name="Google Shape;1395;p72"/>
            <p:cNvSpPr/>
            <p:nvPr/>
          </p:nvSpPr>
          <p:spPr>
            <a:xfrm flipH="1">
              <a:off x="-227693" y="-82087"/>
              <a:ext cx="1585322" cy="1861089"/>
            </a:xfrm>
            <a:custGeom>
              <a:rect b="b" l="l" r="r" t="t"/>
              <a:pathLst>
                <a:path extrusionOk="0" h="35350" w="30112">
                  <a:moveTo>
                    <a:pt x="30111" y="0"/>
                  </a:moveTo>
                  <a:lnTo>
                    <a:pt x="0" y="0"/>
                  </a:lnTo>
                  <a:lnTo>
                    <a:pt x="17169" y="32016"/>
                  </a:lnTo>
                  <a:cubicBezTo>
                    <a:pt x="18265" y="34064"/>
                    <a:pt x="20408" y="35350"/>
                    <a:pt x="22753" y="35350"/>
                  </a:cubicBezTo>
                  <a:lnTo>
                    <a:pt x="30111" y="3535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72"/>
            <p:cNvSpPr/>
            <p:nvPr/>
          </p:nvSpPr>
          <p:spPr>
            <a:xfrm flipH="1" rot="3397010">
              <a:off x="21768" y="-360169"/>
              <a:ext cx="1298627" cy="1444518"/>
            </a:xfrm>
            <a:custGeom>
              <a:rect b="b" l="l" r="r" t="t"/>
              <a:pathLst>
                <a:path extrusionOk="0" h="15456" w="13895">
                  <a:moveTo>
                    <a:pt x="4846" y="15455"/>
                  </a:moveTo>
                  <a:lnTo>
                    <a:pt x="1548" y="15455"/>
                  </a:lnTo>
                  <a:cubicBezTo>
                    <a:pt x="608" y="15455"/>
                    <a:pt x="0" y="14455"/>
                    <a:pt x="453" y="13634"/>
                  </a:cubicBezTo>
                  <a:lnTo>
                    <a:pt x="7763" y="1"/>
                  </a:lnTo>
                  <a:lnTo>
                    <a:pt x="13895" y="1"/>
                  </a:lnTo>
                  <a:lnTo>
                    <a:pt x="5953" y="14800"/>
                  </a:lnTo>
                  <a:cubicBezTo>
                    <a:pt x="5739" y="15205"/>
                    <a:pt x="5311" y="15455"/>
                    <a:pt x="4846" y="15455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72"/>
            <p:cNvSpPr/>
            <p:nvPr/>
          </p:nvSpPr>
          <p:spPr>
            <a:xfrm>
              <a:off x="7613825" y="4684125"/>
              <a:ext cx="1698150" cy="459376"/>
            </a:xfrm>
            <a:custGeom>
              <a:rect b="b" l="l" r="r" t="t"/>
              <a:pathLst>
                <a:path extrusionOk="0" h="6049" w="22361">
                  <a:moveTo>
                    <a:pt x="19336" y="6049"/>
                  </a:moveTo>
                  <a:lnTo>
                    <a:pt x="3024" y="6049"/>
                  </a:lnTo>
                  <a:cubicBezTo>
                    <a:pt x="1358" y="6049"/>
                    <a:pt x="0" y="4692"/>
                    <a:pt x="0" y="3025"/>
                  </a:cubicBezTo>
                  <a:lnTo>
                    <a:pt x="0" y="3025"/>
                  </a:lnTo>
                  <a:cubicBezTo>
                    <a:pt x="0" y="1358"/>
                    <a:pt x="1358" y="1"/>
                    <a:pt x="3024" y="1"/>
                  </a:cubicBezTo>
                  <a:lnTo>
                    <a:pt x="19336" y="1"/>
                  </a:lnTo>
                  <a:cubicBezTo>
                    <a:pt x="21003" y="1"/>
                    <a:pt x="22360" y="1358"/>
                    <a:pt x="22360" y="3025"/>
                  </a:cubicBezTo>
                  <a:lnTo>
                    <a:pt x="22360" y="3025"/>
                  </a:lnTo>
                  <a:cubicBezTo>
                    <a:pt x="22360" y="4692"/>
                    <a:pt x="21003" y="6049"/>
                    <a:pt x="19336" y="6049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72"/>
            <p:cNvSpPr/>
            <p:nvPr/>
          </p:nvSpPr>
          <p:spPr>
            <a:xfrm>
              <a:off x="8483225" y="0"/>
              <a:ext cx="1698150" cy="459376"/>
            </a:xfrm>
            <a:custGeom>
              <a:rect b="b" l="l" r="r" t="t"/>
              <a:pathLst>
                <a:path extrusionOk="0" h="6049" w="22361">
                  <a:moveTo>
                    <a:pt x="19336" y="6049"/>
                  </a:moveTo>
                  <a:lnTo>
                    <a:pt x="3024" y="6049"/>
                  </a:lnTo>
                  <a:cubicBezTo>
                    <a:pt x="1358" y="6049"/>
                    <a:pt x="0" y="4692"/>
                    <a:pt x="0" y="3025"/>
                  </a:cubicBezTo>
                  <a:lnTo>
                    <a:pt x="0" y="3025"/>
                  </a:lnTo>
                  <a:cubicBezTo>
                    <a:pt x="0" y="1358"/>
                    <a:pt x="1358" y="1"/>
                    <a:pt x="3024" y="1"/>
                  </a:cubicBezTo>
                  <a:lnTo>
                    <a:pt x="19336" y="1"/>
                  </a:lnTo>
                  <a:cubicBezTo>
                    <a:pt x="21003" y="1"/>
                    <a:pt x="22360" y="1358"/>
                    <a:pt x="22360" y="3025"/>
                  </a:cubicBezTo>
                  <a:lnTo>
                    <a:pt x="22360" y="3025"/>
                  </a:lnTo>
                  <a:cubicBezTo>
                    <a:pt x="22360" y="4692"/>
                    <a:pt x="21003" y="6049"/>
                    <a:pt x="19336" y="6049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9" name="Google Shape;1399;p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8"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1" name="Google Shape;1401;p73"/>
          <p:cNvGrpSpPr/>
          <p:nvPr/>
        </p:nvGrpSpPr>
        <p:grpSpPr>
          <a:xfrm>
            <a:off x="0" y="12"/>
            <a:ext cx="9144007" cy="5143489"/>
            <a:chOff x="0" y="12"/>
            <a:chExt cx="9144007" cy="5143489"/>
          </a:xfrm>
        </p:grpSpPr>
        <p:grpSp>
          <p:nvGrpSpPr>
            <p:cNvPr id="1402" name="Google Shape;1402;p73"/>
            <p:cNvGrpSpPr/>
            <p:nvPr/>
          </p:nvGrpSpPr>
          <p:grpSpPr>
            <a:xfrm>
              <a:off x="0" y="3592959"/>
              <a:ext cx="2320507" cy="1550542"/>
              <a:chOff x="0" y="3592959"/>
              <a:chExt cx="2320507" cy="1550542"/>
            </a:xfrm>
          </p:grpSpPr>
          <p:sp>
            <p:nvSpPr>
              <p:cNvPr id="1403" name="Google Shape;1403;p73"/>
              <p:cNvSpPr/>
              <p:nvPr/>
            </p:nvSpPr>
            <p:spPr>
              <a:xfrm>
                <a:off x="0" y="4661800"/>
                <a:ext cx="2320507" cy="481701"/>
              </a:xfrm>
              <a:custGeom>
                <a:rect b="b" l="l" r="r" t="t"/>
                <a:pathLst>
                  <a:path extrusionOk="0" h="8490" w="40899">
                    <a:moveTo>
                      <a:pt x="37386" y="0"/>
                    </a:moveTo>
                    <a:lnTo>
                      <a:pt x="1" y="0"/>
                    </a:lnTo>
                    <a:lnTo>
                      <a:pt x="1" y="8490"/>
                    </a:lnTo>
                    <a:lnTo>
                      <a:pt x="35850" y="8490"/>
                    </a:lnTo>
                    <a:cubicBezTo>
                      <a:pt x="36898" y="8490"/>
                      <a:pt x="37863" y="7918"/>
                      <a:pt x="38363" y="7001"/>
                    </a:cubicBezTo>
                    <a:lnTo>
                      <a:pt x="39887" y="4132"/>
                    </a:lnTo>
                    <a:cubicBezTo>
                      <a:pt x="40899" y="2263"/>
                      <a:pt x="39529" y="0"/>
                      <a:pt x="3738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34000">
                    <a:srgbClr val="FAB93C"/>
                  </a:gs>
                  <a:gs pos="100000">
                    <a:schemeClr val="accent4"/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4" name="Google Shape;1404;p73"/>
              <p:cNvSpPr/>
              <p:nvPr/>
            </p:nvSpPr>
            <p:spPr>
              <a:xfrm>
                <a:off x="0" y="3592959"/>
                <a:ext cx="1139773" cy="1550539"/>
              </a:xfrm>
              <a:custGeom>
                <a:rect b="b" l="l" r="r" t="t"/>
                <a:pathLst>
                  <a:path extrusionOk="0" h="33433" w="24576">
                    <a:moveTo>
                      <a:pt x="22611" y="83"/>
                    </a:moveTo>
                    <a:lnTo>
                      <a:pt x="1" y="0"/>
                    </a:lnTo>
                    <a:lnTo>
                      <a:pt x="1" y="33433"/>
                    </a:lnTo>
                    <a:lnTo>
                      <a:pt x="7513" y="33433"/>
                    </a:lnTo>
                    <a:lnTo>
                      <a:pt x="24015" y="2405"/>
                    </a:lnTo>
                    <a:cubicBezTo>
                      <a:pt x="24575" y="1357"/>
                      <a:pt x="23813" y="95"/>
                      <a:pt x="22611" y="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5"/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5" name="Google Shape;1405;p73"/>
              <p:cNvSpPr/>
              <p:nvPr/>
            </p:nvSpPr>
            <p:spPr>
              <a:xfrm>
                <a:off x="244913" y="4013000"/>
                <a:ext cx="940363" cy="1046767"/>
              </a:xfrm>
              <a:custGeom>
                <a:rect b="b" l="l" r="r" t="t"/>
                <a:pathLst>
                  <a:path extrusionOk="0" h="15455" w="13884">
                    <a:moveTo>
                      <a:pt x="9037" y="15454"/>
                    </a:moveTo>
                    <a:lnTo>
                      <a:pt x="12335" y="15454"/>
                    </a:lnTo>
                    <a:cubicBezTo>
                      <a:pt x="13276" y="15454"/>
                      <a:pt x="13883" y="14454"/>
                      <a:pt x="13443" y="13633"/>
                    </a:cubicBezTo>
                    <a:lnTo>
                      <a:pt x="6132" y="0"/>
                    </a:lnTo>
                    <a:lnTo>
                      <a:pt x="0" y="0"/>
                    </a:lnTo>
                    <a:lnTo>
                      <a:pt x="7930" y="14799"/>
                    </a:lnTo>
                    <a:cubicBezTo>
                      <a:pt x="8144" y="15204"/>
                      <a:pt x="8573" y="15454"/>
                      <a:pt x="9037" y="1545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06" name="Google Shape;1406;p73"/>
            <p:cNvGrpSpPr/>
            <p:nvPr/>
          </p:nvGrpSpPr>
          <p:grpSpPr>
            <a:xfrm flipH="1">
              <a:off x="7958731" y="12"/>
              <a:ext cx="1185276" cy="1550539"/>
              <a:chOff x="0" y="3592959"/>
              <a:chExt cx="1185276" cy="1550539"/>
            </a:xfrm>
          </p:grpSpPr>
          <p:sp>
            <p:nvSpPr>
              <p:cNvPr id="1407" name="Google Shape;1407;p73"/>
              <p:cNvSpPr/>
              <p:nvPr/>
            </p:nvSpPr>
            <p:spPr>
              <a:xfrm>
                <a:off x="0" y="3592959"/>
                <a:ext cx="1139773" cy="1550539"/>
              </a:xfrm>
              <a:custGeom>
                <a:rect b="b" l="l" r="r" t="t"/>
                <a:pathLst>
                  <a:path extrusionOk="0" h="33433" w="24576">
                    <a:moveTo>
                      <a:pt x="22611" y="83"/>
                    </a:moveTo>
                    <a:lnTo>
                      <a:pt x="1" y="0"/>
                    </a:lnTo>
                    <a:lnTo>
                      <a:pt x="1" y="33433"/>
                    </a:lnTo>
                    <a:lnTo>
                      <a:pt x="7513" y="33433"/>
                    </a:lnTo>
                    <a:lnTo>
                      <a:pt x="24015" y="2405"/>
                    </a:lnTo>
                    <a:cubicBezTo>
                      <a:pt x="24575" y="1357"/>
                      <a:pt x="23813" y="95"/>
                      <a:pt x="22611" y="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5"/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8" name="Google Shape;1408;p73"/>
              <p:cNvSpPr/>
              <p:nvPr/>
            </p:nvSpPr>
            <p:spPr>
              <a:xfrm>
                <a:off x="244913" y="4013000"/>
                <a:ext cx="940363" cy="1046767"/>
              </a:xfrm>
              <a:custGeom>
                <a:rect b="b" l="l" r="r" t="t"/>
                <a:pathLst>
                  <a:path extrusionOk="0" h="15455" w="13884">
                    <a:moveTo>
                      <a:pt x="9037" y="15454"/>
                    </a:moveTo>
                    <a:lnTo>
                      <a:pt x="12335" y="15454"/>
                    </a:lnTo>
                    <a:cubicBezTo>
                      <a:pt x="13276" y="15454"/>
                      <a:pt x="13883" y="14454"/>
                      <a:pt x="13443" y="13633"/>
                    </a:cubicBezTo>
                    <a:lnTo>
                      <a:pt x="6132" y="0"/>
                    </a:lnTo>
                    <a:lnTo>
                      <a:pt x="0" y="0"/>
                    </a:lnTo>
                    <a:lnTo>
                      <a:pt x="7930" y="14799"/>
                    </a:lnTo>
                    <a:cubicBezTo>
                      <a:pt x="8144" y="15204"/>
                      <a:pt x="8573" y="15454"/>
                      <a:pt x="9037" y="1545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09" name="Google Shape;1409;p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3.xml"/><Relationship Id="rId22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46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26" Type="http://schemas.openxmlformats.org/officeDocument/2006/relationships/slideLayout" Target="../slideLayouts/slideLayout49.xml"/><Relationship Id="rId25" Type="http://schemas.openxmlformats.org/officeDocument/2006/relationships/slideLayout" Target="../slideLayouts/slideLayout48.xml"/><Relationship Id="rId28" Type="http://schemas.openxmlformats.org/officeDocument/2006/relationships/slideLayout" Target="../slideLayouts/slideLayout51.xml"/><Relationship Id="rId27" Type="http://schemas.openxmlformats.org/officeDocument/2006/relationships/slideLayout" Target="../slideLayouts/slideLayout50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29" Type="http://schemas.openxmlformats.org/officeDocument/2006/relationships/slideLayout" Target="../slideLayouts/slideLayout52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30" Type="http://schemas.openxmlformats.org/officeDocument/2006/relationships/theme" Target="../theme/theme1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1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72.xml"/><Relationship Id="rId22" Type="http://schemas.openxmlformats.org/officeDocument/2006/relationships/slideLayout" Target="../slideLayouts/slideLayout74.xml"/><Relationship Id="rId21" Type="http://schemas.openxmlformats.org/officeDocument/2006/relationships/slideLayout" Target="../slideLayouts/slideLayout73.xml"/><Relationship Id="rId24" Type="http://schemas.openxmlformats.org/officeDocument/2006/relationships/slideLayout" Target="../slideLayouts/slideLayout76.xml"/><Relationship Id="rId23" Type="http://schemas.openxmlformats.org/officeDocument/2006/relationships/slideLayout" Target="../slideLayouts/slideLayout75.xml"/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26" Type="http://schemas.openxmlformats.org/officeDocument/2006/relationships/slideLayout" Target="../slideLayouts/slideLayout78.xml"/><Relationship Id="rId25" Type="http://schemas.openxmlformats.org/officeDocument/2006/relationships/slideLayout" Target="../slideLayouts/slideLayout77.xml"/><Relationship Id="rId28" Type="http://schemas.openxmlformats.org/officeDocument/2006/relationships/slideLayout" Target="../slideLayouts/slideLayout80.xml"/><Relationship Id="rId27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29" Type="http://schemas.openxmlformats.org/officeDocument/2006/relationships/slideLayout" Target="../slideLayouts/slideLayout81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30" Type="http://schemas.openxmlformats.org/officeDocument/2006/relationships/theme" Target="../theme/theme4.xml"/><Relationship Id="rId11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68.xml"/><Relationship Id="rId19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i="0" sz="30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i="0" sz="30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i="0" sz="30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i="0" sz="30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i="0" sz="30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i="0" sz="30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i="0" sz="30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i="0" sz="30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i="0" sz="30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b="0" i="0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b="0" i="0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b="0" i="0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b="0" i="0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b="0" i="0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b="0" i="0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b="0" i="0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b="0" i="0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b="0" i="0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20"/>
          <p:cNvSpPr txBox="1"/>
          <p:nvPr>
            <p:ph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b="0" i="0" sz="3200" u="none" cap="none" strike="noStrike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b="0" i="0" sz="3200" u="none" cap="none" strike="noStrike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b="0" i="0" sz="3200" u="none" cap="none" strike="noStrike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b="0" i="0" sz="3200" u="none" cap="none" strike="noStrike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b="0" i="0" sz="3200" u="none" cap="none" strike="noStrike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b="0" i="0" sz="3200" u="none" cap="none" strike="noStrike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b="0" i="0" sz="3200" u="none" cap="none" strike="noStrike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b="0" i="0" sz="3200" u="none" cap="none" strike="noStrike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b="0" i="0" sz="3200" u="none" cap="none" strike="noStrike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770" name="Google Shape;770;p20"/>
          <p:cNvSpPr txBox="1"/>
          <p:nvPr>
            <p:ph idx="1" type="body"/>
          </p:nvPr>
        </p:nvSpPr>
        <p:spPr>
          <a:xfrm>
            <a:off x="7152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aleway Medium"/>
              <a:buChar char="●"/>
              <a:defRPr b="0" i="0" sz="12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aleway Medium"/>
              <a:buChar char="○"/>
              <a:defRPr b="0" i="0" sz="12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aleway Medium"/>
              <a:buChar char="■"/>
              <a:defRPr b="0" i="0" sz="12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aleway Medium"/>
              <a:buChar char="●"/>
              <a:defRPr b="0" i="0" sz="12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aleway Medium"/>
              <a:buChar char="○"/>
              <a:defRPr b="0" i="0" sz="12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aleway Medium"/>
              <a:buChar char="■"/>
              <a:defRPr b="0" i="0" sz="12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aleway Medium"/>
              <a:buChar char="●"/>
              <a:defRPr b="0" i="0" sz="12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aleway Medium"/>
              <a:buChar char="○"/>
              <a:defRPr b="0" i="0" sz="12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aleway Medium"/>
              <a:buChar char="■"/>
              <a:defRPr b="0" i="0" sz="12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/>
        </p:txBody>
      </p:sp>
      <p:sp>
        <p:nvSpPr>
          <p:cNvPr id="771" name="Google Shape;771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22"/>
          <p:cNvSpPr txBox="1"/>
          <p:nvPr>
            <p:ph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b="0" i="0" sz="3200" u="none" cap="none" strike="noStrike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b="0" i="0" sz="3200" u="none" cap="none" strike="noStrike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b="0" i="0" sz="3200" u="none" cap="none" strike="noStrike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b="0" i="0" sz="3200" u="none" cap="none" strike="noStrike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b="0" i="0" sz="3200" u="none" cap="none" strike="noStrike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b="0" i="0" sz="3200" u="none" cap="none" strike="noStrike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b="0" i="0" sz="3200" u="none" cap="none" strike="noStrike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b="0" i="0" sz="3200" u="none" cap="none" strike="noStrike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b="0" i="0" sz="3200" u="none" cap="none" strike="noStrike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091" name="Google Shape;1091;p22"/>
          <p:cNvSpPr txBox="1"/>
          <p:nvPr>
            <p:ph idx="1" type="body"/>
          </p:nvPr>
        </p:nvSpPr>
        <p:spPr>
          <a:xfrm>
            <a:off x="7152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aleway Medium"/>
              <a:buChar char="●"/>
              <a:defRPr b="0" i="0" sz="12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aleway Medium"/>
              <a:buChar char="○"/>
              <a:defRPr b="0" i="0" sz="12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aleway Medium"/>
              <a:buChar char="■"/>
              <a:defRPr b="0" i="0" sz="12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aleway Medium"/>
              <a:buChar char="●"/>
              <a:defRPr b="0" i="0" sz="12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aleway Medium"/>
              <a:buChar char="○"/>
              <a:defRPr b="0" i="0" sz="12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aleway Medium"/>
              <a:buChar char="■"/>
              <a:defRPr b="0" i="0" sz="12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aleway Medium"/>
              <a:buChar char="●"/>
              <a:defRPr b="0" i="0" sz="12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aleway Medium"/>
              <a:buChar char="○"/>
              <a:defRPr b="0" i="0" sz="12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aleway Medium"/>
              <a:buChar char="■"/>
              <a:defRPr b="0" i="0" sz="12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/>
        </p:txBody>
      </p:sp>
      <p:sp>
        <p:nvSpPr>
          <p:cNvPr id="1092" name="Google Shape;1092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  <p:sldLayoutId id="2147483722" r:id="rId20"/>
    <p:sldLayoutId id="2147483723" r:id="rId21"/>
    <p:sldLayoutId id="2147483724" r:id="rId22"/>
    <p:sldLayoutId id="2147483725" r:id="rId23"/>
    <p:sldLayoutId id="2147483726" r:id="rId24"/>
    <p:sldLayoutId id="2147483727" r:id="rId25"/>
    <p:sldLayoutId id="2147483728" r:id="rId26"/>
    <p:sldLayoutId id="2147483729" r:id="rId27"/>
    <p:sldLayoutId id="2147483730" r:id="rId28"/>
    <p:sldLayoutId id="2147483731" r:id="rId2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hyperlink" Target="https://drive.google.com/file/d/1izTk2kKp_1MLVc9H_lte7ruSeb7ty4F_/view?usp=drive_link" TargetMode="External"/><Relationship Id="rId6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hyperlink" Target="https://drive.google.com/file/d/1n__1cJrpHiRG6uE5MSJNgXQ1rKkIPj1n/view?usp=drive_link" TargetMode="External"/><Relationship Id="rId6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rive.google.com/file/d/1L--sCRlMjsM5BRHAGf-ayDvlf3b47wh6/view?usp=drive_link" TargetMode="External"/><Relationship Id="rId4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rive.google.com/file/d/1L--sCRlMjsM5BRHAGf-ayDvlf3b47wh6/view?usp=drive_link" TargetMode="External"/><Relationship Id="rId4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9.png"/><Relationship Id="rId7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hyperlink" Target="https://docs.google.com/spreadsheets/d/1GP7tkZNs16QFCEbwNEAmkXcyXPRHd8DSz8NtWpcguAI/edit?usp=sharing" TargetMode="External"/><Relationship Id="rId6" Type="http://schemas.openxmlformats.org/officeDocument/2006/relationships/hyperlink" Target="https://py-test-genie-v1.vercel.app/" TargetMode="External"/><Relationship Id="rId7" Type="http://schemas.openxmlformats.org/officeDocument/2006/relationships/hyperlink" Target="https://py-test-genie-v1.vercel.app/" TargetMode="External"/><Relationship Id="rId8" Type="http://schemas.openxmlformats.org/officeDocument/2006/relationships/hyperlink" Target="https://github.com/AmitRoy01/PyTestGenie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2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hyperlink" Target="https://arxiv.org/abs/1901.01541" TargetMode="External"/><Relationship Id="rId5" Type="http://schemas.openxmlformats.org/officeDocument/2006/relationships/hyperlink" Target="http://doi.org/10.1145/3510454.3516829" TargetMode="External"/><Relationship Id="rId6" Type="http://schemas.openxmlformats.org/officeDocument/2006/relationships/hyperlink" Target="https://arxiv.org/abs/2504.07277" TargetMode="External"/><Relationship Id="rId7" Type="http://schemas.openxmlformats.org/officeDocument/2006/relationships/hyperlink" Target="https://dl.acm.org/doi/abs/10.1145/3555228.3555280?casa_token=LQPfYS1CZ3oAAAAA:WNXoTLUvWanPuKd-Jc_BfqwcD14QBme8mb4S_7m3efrppc6CM6S9dpVxG-gFasth-amO5-nY_LraoA" TargetMode="External"/><Relationship Id="rId8" Type="http://schemas.openxmlformats.org/officeDocument/2006/relationships/hyperlink" Target="https://ieeexplore.ieee.org/document/7840029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4" name="Google Shape;1414;p1"/>
          <p:cNvCxnSpPr/>
          <p:nvPr/>
        </p:nvCxnSpPr>
        <p:spPr>
          <a:xfrm>
            <a:off x="3332850" y="3296875"/>
            <a:ext cx="13800" cy="1336500"/>
          </a:xfrm>
          <a:prstGeom prst="straightConnector1">
            <a:avLst/>
          </a:prstGeom>
          <a:noFill/>
          <a:ln cap="flat" cmpd="sng" w="9525">
            <a:solidFill>
              <a:srgbClr val="0C0A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5" name="Google Shape;1415;p1"/>
          <p:cNvSpPr txBox="1"/>
          <p:nvPr/>
        </p:nvSpPr>
        <p:spPr>
          <a:xfrm>
            <a:off x="1045625" y="3288875"/>
            <a:ext cx="2049900" cy="16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38761D"/>
                </a:solidFill>
                <a:latin typeface="Epilogue"/>
                <a:ea typeface="Epilogue"/>
                <a:cs typeface="Epilogue"/>
                <a:sym typeface="Epilogue"/>
              </a:rPr>
              <a:t>Presented by</a:t>
            </a:r>
            <a:endParaRPr b="1" i="0" sz="1600" u="none" cap="none" strike="noStrike">
              <a:solidFill>
                <a:srgbClr val="38761D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1D1D1D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1D1D1D"/>
                </a:solidFill>
                <a:latin typeface="Epilogue"/>
                <a:ea typeface="Epilogue"/>
                <a:cs typeface="Epilogue"/>
                <a:sym typeface="Epilogue"/>
              </a:rPr>
              <a:t>Amit Kumar Roy</a:t>
            </a:r>
            <a:endParaRPr b="1" i="0" sz="1700" u="none" cap="none" strike="noStrike">
              <a:solidFill>
                <a:srgbClr val="1D1D1D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325D79"/>
                </a:solidFill>
                <a:latin typeface="Epilogue"/>
                <a:ea typeface="Epilogue"/>
                <a:cs typeface="Epilogue"/>
                <a:sym typeface="Epilogue"/>
              </a:rPr>
              <a:t>BSSE Roll: </a:t>
            </a:r>
            <a:r>
              <a:rPr b="1" i="0" lang="en" sz="1600" u="none" cap="none" strike="noStrike">
                <a:solidFill>
                  <a:srgbClr val="325D79"/>
                </a:solidFill>
                <a:latin typeface="Epilogue"/>
                <a:ea typeface="Epilogue"/>
                <a:cs typeface="Epilogue"/>
                <a:sym typeface="Epilogue"/>
              </a:rPr>
              <a:t>1314</a:t>
            </a:r>
            <a:endParaRPr b="1" i="0" sz="1600" u="none" cap="none" strike="noStrike">
              <a:solidFill>
                <a:srgbClr val="325D79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325D79"/>
                </a:solidFill>
                <a:latin typeface="Epilogue"/>
                <a:ea typeface="Epilogue"/>
                <a:cs typeface="Epilogue"/>
                <a:sym typeface="Epilogue"/>
              </a:rPr>
              <a:t>IIT, DU</a:t>
            </a:r>
            <a:endParaRPr b="0" i="0" sz="1600" u="none" cap="none" strike="noStrike">
              <a:solidFill>
                <a:srgbClr val="325D79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416" name="Google Shape;1416;p1"/>
          <p:cNvSpPr txBox="1"/>
          <p:nvPr/>
        </p:nvSpPr>
        <p:spPr>
          <a:xfrm>
            <a:off x="4062475" y="3269804"/>
            <a:ext cx="2484900" cy="1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38761D"/>
                </a:solidFill>
                <a:latin typeface="Epilogue"/>
                <a:ea typeface="Epilogue"/>
                <a:cs typeface="Epilogue"/>
                <a:sym typeface="Epilogue"/>
              </a:rPr>
              <a:t>Supervised by</a:t>
            </a:r>
            <a:endParaRPr b="1" i="0" sz="1600" u="none" cap="none" strike="noStrike">
              <a:solidFill>
                <a:srgbClr val="38761D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1D1D1D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D1D1D"/>
                </a:solidFill>
                <a:latin typeface="Epilogue"/>
                <a:ea typeface="Epilogue"/>
                <a:cs typeface="Epilogue"/>
                <a:sym typeface="Epilogue"/>
              </a:rPr>
              <a:t>Toukir Ahammed</a:t>
            </a:r>
            <a:endParaRPr b="1" i="0" sz="1800" u="none" cap="none" strike="noStrike">
              <a:solidFill>
                <a:srgbClr val="1D1D1D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325D79"/>
                </a:solidFill>
                <a:latin typeface="Epilogue"/>
                <a:ea typeface="Epilogue"/>
                <a:cs typeface="Epilogue"/>
                <a:sym typeface="Epilogue"/>
              </a:rPr>
              <a:t>Lecturer</a:t>
            </a:r>
            <a:endParaRPr b="0" i="0" sz="1600" u="none" cap="none" strike="noStrike">
              <a:solidFill>
                <a:srgbClr val="325D79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325D79"/>
                </a:solidFill>
                <a:latin typeface="Epilogue"/>
                <a:ea typeface="Epilogue"/>
                <a:cs typeface="Epilogue"/>
                <a:sym typeface="Epilogue"/>
              </a:rPr>
              <a:t>IIT, DU</a:t>
            </a:r>
            <a:endParaRPr b="0" i="0" sz="1600" u="none" cap="none" strike="noStrike">
              <a:solidFill>
                <a:srgbClr val="325D79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417" name="Google Shape;1417;p1"/>
          <p:cNvSpPr txBox="1"/>
          <p:nvPr>
            <p:ph type="ctrTitle"/>
          </p:nvPr>
        </p:nvSpPr>
        <p:spPr>
          <a:xfrm>
            <a:off x="2851500" y="496300"/>
            <a:ext cx="5405100" cy="21567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6D7A8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1900"/>
              <a:t>A Web tool for Automated </a:t>
            </a:r>
            <a:r>
              <a:rPr lang="en" sz="1900">
                <a:solidFill>
                  <a:srgbClr val="325D79"/>
                </a:solidFill>
              </a:rPr>
              <a:t>Unit Test Generation, Test Smell Detection &amp; Refactoring</a:t>
            </a:r>
            <a:r>
              <a:rPr lang="en" sz="1900"/>
              <a:t> for Python</a:t>
            </a:r>
            <a:endParaRPr sz="1900">
              <a:highlight>
                <a:srgbClr val="D9EAD3"/>
              </a:highlight>
            </a:endParaRPr>
          </a:p>
        </p:txBody>
      </p:sp>
      <p:pic>
        <p:nvPicPr>
          <p:cNvPr id="1418" name="Google Shape;1418;p1" title="Gemini_Generated_Image_cnnvcbcnnvcbcnnv.png"/>
          <p:cNvPicPr preferRelativeResize="0"/>
          <p:nvPr/>
        </p:nvPicPr>
        <p:blipFill rotWithShape="1">
          <a:blip r:embed="rId3">
            <a:alphaModFix/>
          </a:blip>
          <a:srcRect b="11426" l="12034" r="12033" t="16923"/>
          <a:stretch/>
        </p:blipFill>
        <p:spPr>
          <a:xfrm>
            <a:off x="658725" y="81225"/>
            <a:ext cx="2954400" cy="29148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19" name="Google Shape;1419;p1"/>
          <p:cNvSpPr/>
          <p:nvPr/>
        </p:nvSpPr>
        <p:spPr>
          <a:xfrm>
            <a:off x="7774500" y="4558450"/>
            <a:ext cx="2522400" cy="1498500"/>
          </a:xfrm>
          <a:prstGeom prst="round2DiagRect">
            <a:avLst>
              <a:gd fmla="val 50000" name="adj1"/>
              <a:gd fmla="val 0" name="adj2"/>
            </a:avLst>
          </a:prstGeom>
          <a:gradFill>
            <a:gsLst>
              <a:gs pos="0">
                <a:srgbClr val="FAB403"/>
              </a:gs>
              <a:gs pos="34000">
                <a:srgbClr val="FAB93C"/>
              </a:gs>
              <a:gs pos="100000">
                <a:srgbClr val="FABE75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2"/>
          <p:cNvSpPr txBox="1"/>
          <p:nvPr>
            <p:ph type="title"/>
          </p:nvPr>
        </p:nvSpPr>
        <p:spPr>
          <a:xfrm>
            <a:off x="1329125" y="1445263"/>
            <a:ext cx="65760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b="1" lang="en" sz="40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Why </a:t>
            </a:r>
            <a:r>
              <a:rPr b="1" lang="en" sz="4000">
                <a:solidFill>
                  <a:srgbClr val="B6D7A8"/>
                </a:solidFill>
                <a:latin typeface="Epilogue"/>
                <a:ea typeface="Epilogue"/>
                <a:cs typeface="Epilogue"/>
                <a:sym typeface="Epilogue"/>
              </a:rPr>
              <a:t>PyTest</a:t>
            </a:r>
            <a:r>
              <a:rPr b="1" lang="en" sz="4000">
                <a:solidFill>
                  <a:srgbClr val="F1C232"/>
                </a:solidFill>
                <a:latin typeface="Epilogue"/>
                <a:ea typeface="Epilogue"/>
                <a:cs typeface="Epilogue"/>
                <a:sym typeface="Epilogue"/>
              </a:rPr>
              <a:t>Genie</a:t>
            </a:r>
            <a:r>
              <a:rPr b="1" lang="en" sz="4000">
                <a:solidFill>
                  <a:srgbClr val="BF9000"/>
                </a:solidFill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b="1" lang="en" sz="40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?</a:t>
            </a:r>
            <a:endParaRPr sz="4000">
              <a:solidFill>
                <a:schemeClr val="lt1"/>
              </a:solidFill>
            </a:endParaRPr>
          </a:p>
        </p:txBody>
      </p:sp>
      <p:sp>
        <p:nvSpPr>
          <p:cNvPr id="1426" name="Google Shape;1426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3"/>
          <p:cNvSpPr txBox="1"/>
          <p:nvPr/>
        </p:nvSpPr>
        <p:spPr>
          <a:xfrm rot="5400000">
            <a:off x="931488" y="2588797"/>
            <a:ext cx="1592100" cy="19293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7F7E0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35363B"/>
              </a:solidFill>
              <a:highlight>
                <a:srgbClr val="D9EAD3"/>
              </a:highlight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432" name="Google Shape;1432;p3"/>
          <p:cNvSpPr txBox="1"/>
          <p:nvPr/>
        </p:nvSpPr>
        <p:spPr>
          <a:xfrm rot="5400000">
            <a:off x="6598988" y="2588810"/>
            <a:ext cx="1592100" cy="19293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7F7E0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35363B"/>
              </a:solidFill>
              <a:highlight>
                <a:srgbClr val="D9EAD3"/>
              </a:highlight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433" name="Google Shape;1433;p3"/>
          <p:cNvSpPr txBox="1"/>
          <p:nvPr/>
        </p:nvSpPr>
        <p:spPr>
          <a:xfrm rot="5400000">
            <a:off x="3693413" y="2677197"/>
            <a:ext cx="1592100" cy="19293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7F7E0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35363B"/>
              </a:solidFill>
              <a:highlight>
                <a:srgbClr val="D9EAD3"/>
              </a:highlight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434" name="Google Shape;1434;p3"/>
          <p:cNvSpPr txBox="1"/>
          <p:nvPr/>
        </p:nvSpPr>
        <p:spPr>
          <a:xfrm rot="5400000">
            <a:off x="6499763" y="787772"/>
            <a:ext cx="1592100" cy="19293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7F7E0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35363B"/>
              </a:solidFill>
              <a:highlight>
                <a:srgbClr val="D9EAD3"/>
              </a:highlight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435" name="Google Shape;1435;p3"/>
          <p:cNvSpPr txBox="1"/>
          <p:nvPr/>
        </p:nvSpPr>
        <p:spPr>
          <a:xfrm rot="5400000">
            <a:off x="3607400" y="787772"/>
            <a:ext cx="1592100" cy="19293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7F7E0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35363B"/>
              </a:solidFill>
              <a:highlight>
                <a:srgbClr val="D9EAD3"/>
              </a:highlight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436" name="Google Shape;1436;p3"/>
          <p:cNvSpPr txBox="1"/>
          <p:nvPr/>
        </p:nvSpPr>
        <p:spPr>
          <a:xfrm rot="5400000">
            <a:off x="892275" y="801925"/>
            <a:ext cx="1592100" cy="19293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7F7E0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35363B"/>
              </a:solidFill>
              <a:highlight>
                <a:srgbClr val="D9EAD3"/>
              </a:highlight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437" name="Google Shape;1437;p3"/>
          <p:cNvSpPr txBox="1"/>
          <p:nvPr>
            <p:ph type="ctrTitle"/>
          </p:nvPr>
        </p:nvSpPr>
        <p:spPr>
          <a:xfrm>
            <a:off x="579300" y="142825"/>
            <a:ext cx="28221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800"/>
              <a:t>Motivation</a:t>
            </a:r>
            <a:endParaRPr sz="2800">
              <a:solidFill>
                <a:schemeClr val="accent3"/>
              </a:solidFill>
            </a:endParaRPr>
          </a:p>
        </p:txBody>
      </p:sp>
      <p:sp>
        <p:nvSpPr>
          <p:cNvPr id="1438" name="Google Shape;1438;p3"/>
          <p:cNvSpPr/>
          <p:nvPr/>
        </p:nvSpPr>
        <p:spPr>
          <a:xfrm rot="5400000">
            <a:off x="-432125" y="-78886"/>
            <a:ext cx="953400" cy="13968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9" name="Google Shape;143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204291" y="275195"/>
            <a:ext cx="1662818" cy="14459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3"/>
          <p:cNvSpPr/>
          <p:nvPr/>
        </p:nvSpPr>
        <p:spPr>
          <a:xfrm rot="10800000">
            <a:off x="-653817" y="-260851"/>
            <a:ext cx="1879929" cy="893670"/>
          </a:xfrm>
          <a:custGeom>
            <a:rect b="b" l="l" r="r" t="t"/>
            <a:pathLst>
              <a:path extrusionOk="0" h="10347" w="21766">
                <a:moveTo>
                  <a:pt x="4787" y="1417"/>
                </a:moveTo>
                <a:lnTo>
                  <a:pt x="1" y="10347"/>
                </a:lnTo>
                <a:lnTo>
                  <a:pt x="16217" y="10347"/>
                </a:lnTo>
                <a:lnTo>
                  <a:pt x="21765" y="0"/>
                </a:lnTo>
                <a:lnTo>
                  <a:pt x="7156" y="0"/>
                </a:lnTo>
                <a:cubicBezTo>
                  <a:pt x="6168" y="0"/>
                  <a:pt x="5251" y="548"/>
                  <a:pt x="4787" y="141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1" name="Google Shape;1441;p3" title="Gemini_Generated_Image_cnnvcbcnnvcbcnnv.png"/>
          <p:cNvPicPr preferRelativeResize="0"/>
          <p:nvPr/>
        </p:nvPicPr>
        <p:blipFill rotWithShape="1">
          <a:blip r:embed="rId4">
            <a:alphaModFix/>
          </a:blip>
          <a:srcRect b="11426" l="12034" r="12033" t="16923"/>
          <a:stretch/>
        </p:blipFill>
        <p:spPr>
          <a:xfrm>
            <a:off x="8293825" y="90225"/>
            <a:ext cx="749100" cy="739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42" name="Google Shape;1442;p3"/>
          <p:cNvSpPr txBox="1"/>
          <p:nvPr/>
        </p:nvSpPr>
        <p:spPr>
          <a:xfrm>
            <a:off x="723900" y="1710151"/>
            <a:ext cx="1986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for software reliability and maintainability</a:t>
            </a:r>
            <a:endParaRPr b="0"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3" name="Google Shape;1443;p3"/>
          <p:cNvSpPr txBox="1"/>
          <p:nvPr/>
        </p:nvSpPr>
        <p:spPr>
          <a:xfrm>
            <a:off x="3577144" y="1710161"/>
            <a:ext cx="1986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time-consuming, and verifying correctness is challenging</a:t>
            </a:r>
            <a:endParaRPr b="0"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4" name="Google Shape;1444;p3"/>
          <p:cNvSpPr txBox="1"/>
          <p:nvPr/>
        </p:nvSpPr>
        <p:spPr>
          <a:xfrm>
            <a:off x="723900" y="3498800"/>
            <a:ext cx="1986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Often tied to specific IDEs &amp;  few support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automated refactoring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35363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5" name="Google Shape;1445;p3"/>
          <p:cNvSpPr txBox="1"/>
          <p:nvPr/>
        </p:nvSpPr>
        <p:spPr>
          <a:xfrm>
            <a:off x="3577144" y="3498800"/>
            <a:ext cx="1986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Few  tools support </a:t>
            </a:r>
            <a:r>
              <a:rPr b="1" i="0" lang="en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multiple AI agents</a:t>
            </a:r>
            <a:r>
              <a:rPr b="0" i="0" lang="en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working together (detector, refactorer, validator)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6" name="Google Shape;1446;p3"/>
          <p:cNvSpPr txBox="1"/>
          <p:nvPr/>
        </p:nvSpPr>
        <p:spPr>
          <a:xfrm>
            <a:off x="731700" y="1060275"/>
            <a:ext cx="19782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rPr>
              <a:t>Unit testing is essential</a:t>
            </a:r>
            <a:endParaRPr b="1" i="0" sz="1800" u="none" cap="none" strike="noStrike">
              <a:solidFill>
                <a:srgbClr val="35363B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447" name="Google Shape;1447;p3"/>
          <p:cNvSpPr txBox="1"/>
          <p:nvPr/>
        </p:nvSpPr>
        <p:spPr>
          <a:xfrm>
            <a:off x="3583001" y="1060275"/>
            <a:ext cx="21921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rPr>
              <a:t>Manual unit</a:t>
            </a:r>
            <a:endParaRPr b="1" i="0" sz="1800" u="none" cap="none" strike="noStrike">
              <a:solidFill>
                <a:srgbClr val="35363B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rPr>
              <a:t>test creation</a:t>
            </a:r>
            <a:endParaRPr b="1" i="0" sz="1800" u="none" cap="none" strike="noStrike">
              <a:solidFill>
                <a:srgbClr val="35363B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448" name="Google Shape;1448;p3"/>
          <p:cNvSpPr txBox="1"/>
          <p:nvPr/>
        </p:nvSpPr>
        <p:spPr>
          <a:xfrm>
            <a:off x="6434288" y="1060284"/>
            <a:ext cx="19782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rPr>
              <a:t>Gap in rule based analysis</a:t>
            </a:r>
            <a:endParaRPr b="1" i="0" sz="1800" u="none" cap="none" strike="noStrike">
              <a:solidFill>
                <a:srgbClr val="35363B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449" name="Google Shape;1449;p3"/>
          <p:cNvSpPr txBox="1"/>
          <p:nvPr/>
        </p:nvSpPr>
        <p:spPr>
          <a:xfrm>
            <a:off x="6430388" y="1710161"/>
            <a:ext cx="1986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 to adapt to new smells or refactor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0" name="Google Shape;1450;p3"/>
          <p:cNvSpPr txBox="1"/>
          <p:nvPr/>
        </p:nvSpPr>
        <p:spPr>
          <a:xfrm>
            <a:off x="6430388" y="3498800"/>
            <a:ext cx="1986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generation , test smell detection, automated refactoring</a:t>
            </a:r>
            <a:endParaRPr b="0" i="0" sz="1200" u="none" cap="none" strike="noStrike">
              <a:solidFill>
                <a:srgbClr val="35363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1" name="Google Shape;1451;p3"/>
          <p:cNvSpPr txBox="1"/>
          <p:nvPr/>
        </p:nvSpPr>
        <p:spPr>
          <a:xfrm>
            <a:off x="723900" y="2845800"/>
            <a:ext cx="19860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rPr>
              <a:t>Existing tools are limited</a:t>
            </a:r>
            <a:endParaRPr b="1" i="0" sz="1800" u="none" cap="none" strike="noStrike">
              <a:solidFill>
                <a:srgbClr val="35363B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452" name="Google Shape;1452;p3"/>
          <p:cNvSpPr txBox="1"/>
          <p:nvPr/>
        </p:nvSpPr>
        <p:spPr>
          <a:xfrm>
            <a:off x="3582995" y="2845800"/>
            <a:ext cx="19782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rPr>
              <a:t>Agentic LLM workflows</a:t>
            </a:r>
            <a:endParaRPr b="1" i="0" sz="1800" u="none" cap="none" strike="noStrike">
              <a:solidFill>
                <a:srgbClr val="35363B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453" name="Google Shape;1453;p3"/>
          <p:cNvSpPr txBox="1"/>
          <p:nvPr/>
        </p:nvSpPr>
        <p:spPr>
          <a:xfrm>
            <a:off x="6434290" y="2845800"/>
            <a:ext cx="19782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rPr>
              <a:t>Complete pipeline</a:t>
            </a:r>
            <a:endParaRPr b="1" i="0" sz="1800" u="none" cap="none" strike="noStrike">
              <a:solidFill>
                <a:srgbClr val="35363B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454" name="Google Shape;1454;p3"/>
          <p:cNvSpPr/>
          <p:nvPr/>
        </p:nvSpPr>
        <p:spPr>
          <a:xfrm>
            <a:off x="7774500" y="4558450"/>
            <a:ext cx="2522400" cy="1498500"/>
          </a:xfrm>
          <a:prstGeom prst="round2Diag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5" name="Google Shape;1455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4"/>
          <p:cNvSpPr txBox="1"/>
          <p:nvPr>
            <p:ph type="title"/>
          </p:nvPr>
        </p:nvSpPr>
        <p:spPr>
          <a:xfrm>
            <a:off x="1329125" y="1445263"/>
            <a:ext cx="65760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b="1" lang="en" sz="40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What is </a:t>
            </a:r>
            <a:r>
              <a:rPr b="1" lang="en" sz="4000">
                <a:solidFill>
                  <a:srgbClr val="B6D7A8"/>
                </a:solidFill>
                <a:latin typeface="Epilogue"/>
                <a:ea typeface="Epilogue"/>
                <a:cs typeface="Epilogue"/>
                <a:sym typeface="Epilogue"/>
              </a:rPr>
              <a:t>PyTest</a:t>
            </a:r>
            <a:r>
              <a:rPr b="1" lang="en" sz="4000">
                <a:solidFill>
                  <a:srgbClr val="F1C232"/>
                </a:solidFill>
                <a:latin typeface="Epilogue"/>
                <a:ea typeface="Epilogue"/>
                <a:cs typeface="Epilogue"/>
                <a:sym typeface="Epilogue"/>
              </a:rPr>
              <a:t>Genie</a:t>
            </a:r>
            <a:r>
              <a:rPr b="1" lang="en" sz="4000">
                <a:solidFill>
                  <a:srgbClr val="BF9000"/>
                </a:solidFill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b="1" lang="en" sz="40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?</a:t>
            </a:r>
            <a:endParaRPr sz="4000">
              <a:solidFill>
                <a:schemeClr val="lt1"/>
              </a:solidFill>
            </a:endParaRPr>
          </a:p>
        </p:txBody>
      </p:sp>
      <p:sp>
        <p:nvSpPr>
          <p:cNvPr id="1461" name="Google Shape;1461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5"/>
          <p:cNvSpPr/>
          <p:nvPr/>
        </p:nvSpPr>
        <p:spPr>
          <a:xfrm rot="5400000">
            <a:off x="-432125" y="-78886"/>
            <a:ext cx="953400" cy="13968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7" name="Google Shape;146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204291" y="275195"/>
            <a:ext cx="1662818" cy="14459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5"/>
          <p:cNvSpPr/>
          <p:nvPr/>
        </p:nvSpPr>
        <p:spPr>
          <a:xfrm>
            <a:off x="7774500" y="4558450"/>
            <a:ext cx="2522400" cy="1498500"/>
          </a:xfrm>
          <a:prstGeom prst="round2Diag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5"/>
          <p:cNvSpPr/>
          <p:nvPr/>
        </p:nvSpPr>
        <p:spPr>
          <a:xfrm rot="10800000">
            <a:off x="-653817" y="-260851"/>
            <a:ext cx="1879929" cy="893670"/>
          </a:xfrm>
          <a:custGeom>
            <a:rect b="b" l="l" r="r" t="t"/>
            <a:pathLst>
              <a:path extrusionOk="0" h="10347" w="21766">
                <a:moveTo>
                  <a:pt x="4787" y="1417"/>
                </a:moveTo>
                <a:lnTo>
                  <a:pt x="1" y="10347"/>
                </a:lnTo>
                <a:lnTo>
                  <a:pt x="16217" y="10347"/>
                </a:lnTo>
                <a:lnTo>
                  <a:pt x="21765" y="0"/>
                </a:lnTo>
                <a:lnTo>
                  <a:pt x="7156" y="0"/>
                </a:lnTo>
                <a:cubicBezTo>
                  <a:pt x="6168" y="0"/>
                  <a:pt x="5251" y="548"/>
                  <a:pt x="4787" y="141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0" name="Google Shape;1470;p5" title="Gemini_Generated_Image_cnnvcbcnnvcbcnnv.png"/>
          <p:cNvPicPr preferRelativeResize="0"/>
          <p:nvPr/>
        </p:nvPicPr>
        <p:blipFill rotWithShape="1">
          <a:blip r:embed="rId4">
            <a:alphaModFix/>
          </a:blip>
          <a:srcRect b="11426" l="12034" r="12033" t="16923"/>
          <a:stretch/>
        </p:blipFill>
        <p:spPr>
          <a:xfrm>
            <a:off x="8293825" y="90225"/>
            <a:ext cx="749100" cy="739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71" name="Google Shape;1471;p5"/>
          <p:cNvSpPr/>
          <p:nvPr/>
        </p:nvSpPr>
        <p:spPr>
          <a:xfrm rot="-2081416">
            <a:off x="2207560" y="1898738"/>
            <a:ext cx="1558668" cy="1555670"/>
          </a:xfrm>
          <a:prstGeom prst="ellipse">
            <a:avLst/>
          </a:prstGeom>
          <a:solidFill>
            <a:srgbClr val="A1C2FA"/>
          </a:solidFill>
          <a:ln>
            <a:noFill/>
          </a:ln>
        </p:spPr>
        <p:txBody>
          <a:bodyPr anchorCtr="0" anchor="ctr" bIns="53825" lIns="107675" spcFirstLastPara="1" rIns="107675" wrap="square" tIns="5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p5"/>
          <p:cNvSpPr txBox="1"/>
          <p:nvPr/>
        </p:nvSpPr>
        <p:spPr>
          <a:xfrm rot="5400000">
            <a:off x="6162600" y="1360875"/>
            <a:ext cx="2080200" cy="27003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7F7E0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35363B"/>
              </a:solidFill>
              <a:highlight>
                <a:srgbClr val="D9EAD3"/>
              </a:highlight>
              <a:latin typeface="Epilogue"/>
              <a:ea typeface="Epilogue"/>
              <a:cs typeface="Epilogue"/>
              <a:sym typeface="Epilogue"/>
            </a:endParaRPr>
          </a:p>
        </p:txBody>
      </p:sp>
      <p:grpSp>
        <p:nvGrpSpPr>
          <p:cNvPr id="1473" name="Google Shape;1473;p5"/>
          <p:cNvGrpSpPr/>
          <p:nvPr/>
        </p:nvGrpSpPr>
        <p:grpSpPr>
          <a:xfrm>
            <a:off x="-70876" y="1070706"/>
            <a:ext cx="2834657" cy="2579430"/>
            <a:chOff x="1978637" y="1202068"/>
            <a:chExt cx="2407147" cy="2190413"/>
          </a:xfrm>
        </p:grpSpPr>
        <p:sp>
          <p:nvSpPr>
            <p:cNvPr id="1474" name="Google Shape;1474;p5"/>
            <p:cNvSpPr/>
            <p:nvPr/>
          </p:nvSpPr>
          <p:spPr>
            <a:xfrm rot="-2081187">
              <a:off x="2278971" y="1519484"/>
              <a:ext cx="1601327" cy="1555582"/>
            </a:xfrm>
            <a:custGeom>
              <a:rect b="b" l="l" r="r" t="t"/>
              <a:pathLst>
                <a:path extrusionOk="0" h="240" w="246">
                  <a:moveTo>
                    <a:pt x="246" y="29"/>
                  </a:moveTo>
                  <a:cubicBezTo>
                    <a:pt x="241" y="19"/>
                    <a:pt x="235" y="9"/>
                    <a:pt x="228" y="0"/>
                  </a:cubicBezTo>
                  <a:cubicBezTo>
                    <a:pt x="111" y="25"/>
                    <a:pt x="19" y="120"/>
                    <a:pt x="0" y="240"/>
                  </a:cubicBezTo>
                  <a:cubicBezTo>
                    <a:pt x="11" y="237"/>
                    <a:pt x="22" y="234"/>
                    <a:pt x="34" y="232"/>
                  </a:cubicBezTo>
                  <a:cubicBezTo>
                    <a:pt x="56" y="128"/>
                    <a:pt x="140" y="46"/>
                    <a:pt x="246" y="29"/>
                  </a:cubicBezTo>
                  <a:close/>
                </a:path>
              </a:pathLst>
            </a:custGeom>
            <a:solidFill>
              <a:srgbClr val="A1C2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53825" lIns="107675" spcFirstLastPara="1" rIns="107675" wrap="square" tIns="5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5"/>
            <p:cNvSpPr/>
            <p:nvPr/>
          </p:nvSpPr>
          <p:spPr>
            <a:xfrm rot="-2081188">
              <a:off x="2605674" y="1601249"/>
              <a:ext cx="1541190" cy="1320966"/>
            </a:xfrm>
            <a:custGeom>
              <a:rect b="b" l="l" r="r" t="t"/>
              <a:pathLst>
                <a:path extrusionOk="0" h="213" w="248">
                  <a:moveTo>
                    <a:pt x="142" y="213"/>
                  </a:moveTo>
                  <a:cubicBezTo>
                    <a:pt x="152" y="188"/>
                    <a:pt x="170" y="167"/>
                    <a:pt x="194" y="153"/>
                  </a:cubicBezTo>
                  <a:cubicBezTo>
                    <a:pt x="211" y="143"/>
                    <a:pt x="230" y="137"/>
                    <a:pt x="248" y="136"/>
                  </a:cubicBezTo>
                  <a:cubicBezTo>
                    <a:pt x="247" y="87"/>
                    <a:pt x="234" y="41"/>
                    <a:pt x="212" y="0"/>
                  </a:cubicBezTo>
                  <a:cubicBezTo>
                    <a:pt x="106" y="17"/>
                    <a:pt x="22" y="99"/>
                    <a:pt x="0" y="203"/>
                  </a:cubicBezTo>
                  <a:cubicBezTo>
                    <a:pt x="46" y="195"/>
                    <a:pt x="95" y="198"/>
                    <a:pt x="142" y="213"/>
                  </a:cubicBezTo>
                  <a:close/>
                </a:path>
              </a:pathLst>
            </a:custGeom>
            <a:solidFill>
              <a:srgbClr val="20124D"/>
            </a:solidFill>
            <a:ln cap="flat" cmpd="sng" w="149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53825" lIns="107675" spcFirstLastPara="1" rIns="107675" wrap="square" tIns="5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5"/>
            <p:cNvSpPr txBox="1"/>
            <p:nvPr/>
          </p:nvSpPr>
          <p:spPr>
            <a:xfrm rot="-4432199">
              <a:off x="2798390" y="1964894"/>
              <a:ext cx="1304451" cy="562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7675" lIns="107675" spcFirstLastPara="1" rIns="107675" wrap="square" tIns="1076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Complete Testing Pipeline</a:t>
              </a:r>
              <a:endParaRPr b="1" i="0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77" name="Google Shape;1477;p5"/>
          <p:cNvGrpSpPr/>
          <p:nvPr/>
        </p:nvGrpSpPr>
        <p:grpSpPr>
          <a:xfrm>
            <a:off x="975391" y="2716825"/>
            <a:ext cx="2482387" cy="2870005"/>
            <a:chOff x="2867111" y="2599927"/>
            <a:chExt cx="2108006" cy="2437164"/>
          </a:xfrm>
        </p:grpSpPr>
        <p:sp>
          <p:nvSpPr>
            <p:cNvPr id="1478" name="Google Shape;1478;p5"/>
            <p:cNvSpPr/>
            <p:nvPr/>
          </p:nvSpPr>
          <p:spPr>
            <a:xfrm rot="-2081188">
              <a:off x="3325156" y="2966530"/>
              <a:ext cx="1061085" cy="1941128"/>
            </a:xfrm>
            <a:custGeom>
              <a:rect b="b" l="l" r="r" t="t"/>
              <a:pathLst>
                <a:path extrusionOk="0" h="300" w="163">
                  <a:moveTo>
                    <a:pt x="32" y="39"/>
                  </a:moveTo>
                  <a:cubicBezTo>
                    <a:pt x="32" y="26"/>
                    <a:pt x="33" y="13"/>
                    <a:pt x="35" y="0"/>
                  </a:cubicBezTo>
                  <a:cubicBezTo>
                    <a:pt x="24" y="2"/>
                    <a:pt x="13" y="5"/>
                    <a:pt x="2" y="8"/>
                  </a:cubicBezTo>
                  <a:cubicBezTo>
                    <a:pt x="1" y="19"/>
                    <a:pt x="0" y="29"/>
                    <a:pt x="0" y="39"/>
                  </a:cubicBezTo>
                  <a:cubicBezTo>
                    <a:pt x="0" y="153"/>
                    <a:pt x="65" y="252"/>
                    <a:pt x="160" y="300"/>
                  </a:cubicBezTo>
                  <a:cubicBezTo>
                    <a:pt x="160" y="289"/>
                    <a:pt x="161" y="277"/>
                    <a:pt x="163" y="265"/>
                  </a:cubicBezTo>
                  <a:cubicBezTo>
                    <a:pt x="85" y="220"/>
                    <a:pt x="32" y="136"/>
                    <a:pt x="32" y="39"/>
                  </a:cubicBezTo>
                  <a:close/>
                </a:path>
              </a:pathLst>
            </a:custGeom>
            <a:solidFill>
              <a:srgbClr val="A1C2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53825" lIns="107675" spcFirstLastPara="1" rIns="107675" wrap="square" tIns="5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5"/>
            <p:cNvSpPr/>
            <p:nvPr/>
          </p:nvSpPr>
          <p:spPr>
            <a:xfrm rot="-2081187">
              <a:off x="3456358" y="2773799"/>
              <a:ext cx="1138968" cy="1690435"/>
            </a:xfrm>
            <a:custGeom>
              <a:rect b="b" l="l" r="r" t="t"/>
              <a:pathLst>
                <a:path extrusionOk="0" h="273" w="183">
                  <a:moveTo>
                    <a:pt x="156" y="108"/>
                  </a:moveTo>
                  <a:cubicBezTo>
                    <a:pt x="139" y="79"/>
                    <a:pt x="136" y="46"/>
                    <a:pt x="144" y="16"/>
                  </a:cubicBezTo>
                  <a:cubicBezTo>
                    <a:pt x="97" y="2"/>
                    <a:pt x="48" y="0"/>
                    <a:pt x="3" y="8"/>
                  </a:cubicBezTo>
                  <a:cubicBezTo>
                    <a:pt x="1" y="21"/>
                    <a:pt x="0" y="34"/>
                    <a:pt x="0" y="47"/>
                  </a:cubicBezTo>
                  <a:cubicBezTo>
                    <a:pt x="0" y="144"/>
                    <a:pt x="53" y="228"/>
                    <a:pt x="131" y="273"/>
                  </a:cubicBezTo>
                  <a:cubicBezTo>
                    <a:pt x="138" y="227"/>
                    <a:pt x="155" y="182"/>
                    <a:pt x="183" y="141"/>
                  </a:cubicBezTo>
                  <a:cubicBezTo>
                    <a:pt x="173" y="132"/>
                    <a:pt x="163" y="121"/>
                    <a:pt x="156" y="108"/>
                  </a:cubicBezTo>
                  <a:close/>
                </a:path>
              </a:pathLst>
            </a:custGeom>
            <a:solidFill>
              <a:srgbClr val="073763"/>
            </a:solidFill>
            <a:ln cap="flat" cmpd="sng" w="149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53825" lIns="107675" spcFirstLastPara="1" rIns="107675" wrap="square" tIns="5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5"/>
            <p:cNvSpPr txBox="1"/>
            <p:nvPr/>
          </p:nvSpPr>
          <p:spPr>
            <a:xfrm rot="2156063">
              <a:off x="3231785" y="3231412"/>
              <a:ext cx="1304574" cy="562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7675" lIns="107675" spcFirstLastPara="1" rIns="107675" wrap="square" tIns="1076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Test Refactorer</a:t>
              </a:r>
              <a:endParaRPr b="1" i="0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81" name="Google Shape;1481;p5"/>
          <p:cNvGrpSpPr/>
          <p:nvPr/>
        </p:nvGrpSpPr>
        <p:grpSpPr>
          <a:xfrm>
            <a:off x="1441703" y="-260847"/>
            <a:ext cx="2760415" cy="2791699"/>
            <a:chOff x="3263096" y="71334"/>
            <a:chExt cx="2344103" cy="2370669"/>
          </a:xfrm>
        </p:grpSpPr>
        <p:sp>
          <p:nvSpPr>
            <p:cNvPr id="1482" name="Google Shape;1482;p5"/>
            <p:cNvSpPr/>
            <p:nvPr/>
          </p:nvSpPr>
          <p:spPr>
            <a:xfrm rot="-2081187">
              <a:off x="3407226" y="525393"/>
              <a:ext cx="1943480" cy="1113468"/>
            </a:xfrm>
            <a:custGeom>
              <a:rect b="b" l="l" r="r" t="t"/>
              <a:pathLst>
                <a:path extrusionOk="0" h="172" w="299">
                  <a:moveTo>
                    <a:pt x="45" y="32"/>
                  </a:moveTo>
                  <a:cubicBezTo>
                    <a:pt x="146" y="32"/>
                    <a:pt x="233" y="89"/>
                    <a:pt x="276" y="172"/>
                  </a:cubicBezTo>
                  <a:cubicBezTo>
                    <a:pt x="284" y="164"/>
                    <a:pt x="292" y="155"/>
                    <a:pt x="299" y="146"/>
                  </a:cubicBezTo>
                  <a:cubicBezTo>
                    <a:pt x="248" y="59"/>
                    <a:pt x="153" y="0"/>
                    <a:pt x="45" y="0"/>
                  </a:cubicBezTo>
                  <a:cubicBezTo>
                    <a:pt x="30" y="0"/>
                    <a:pt x="14" y="1"/>
                    <a:pt x="0" y="3"/>
                  </a:cubicBezTo>
                  <a:cubicBezTo>
                    <a:pt x="6" y="13"/>
                    <a:pt x="12" y="23"/>
                    <a:pt x="18" y="33"/>
                  </a:cubicBezTo>
                  <a:cubicBezTo>
                    <a:pt x="27" y="32"/>
                    <a:pt x="36" y="32"/>
                    <a:pt x="45" y="32"/>
                  </a:cubicBezTo>
                  <a:close/>
                </a:path>
              </a:pathLst>
            </a:custGeom>
            <a:solidFill>
              <a:srgbClr val="A1C2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53825" lIns="107675" spcFirstLastPara="1" rIns="107675" wrap="square" tIns="5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5"/>
            <p:cNvSpPr/>
            <p:nvPr/>
          </p:nvSpPr>
          <p:spPr>
            <a:xfrm rot="-2081187">
              <a:off x="3761328" y="760580"/>
              <a:ext cx="1606237" cy="1343790"/>
            </a:xfrm>
            <a:custGeom>
              <a:rect b="b" l="l" r="r" t="t"/>
              <a:pathLst>
                <a:path extrusionOk="0" h="217" w="258">
                  <a:moveTo>
                    <a:pt x="132" y="200"/>
                  </a:moveTo>
                  <a:cubicBezTo>
                    <a:pt x="135" y="205"/>
                    <a:pt x="138" y="211"/>
                    <a:pt x="140" y="217"/>
                  </a:cubicBezTo>
                  <a:cubicBezTo>
                    <a:pt x="186" y="200"/>
                    <a:pt x="227" y="174"/>
                    <a:pt x="258" y="140"/>
                  </a:cubicBezTo>
                  <a:cubicBezTo>
                    <a:pt x="215" y="57"/>
                    <a:pt x="128" y="0"/>
                    <a:pt x="27" y="0"/>
                  </a:cubicBezTo>
                  <a:cubicBezTo>
                    <a:pt x="18" y="0"/>
                    <a:pt x="9" y="0"/>
                    <a:pt x="0" y="1"/>
                  </a:cubicBezTo>
                  <a:cubicBezTo>
                    <a:pt x="21" y="43"/>
                    <a:pt x="34" y="90"/>
                    <a:pt x="34" y="140"/>
                  </a:cubicBezTo>
                  <a:cubicBezTo>
                    <a:pt x="74" y="142"/>
                    <a:pt x="111" y="163"/>
                    <a:pt x="132" y="200"/>
                  </a:cubicBezTo>
                  <a:close/>
                </a:path>
              </a:pathLst>
            </a:custGeom>
            <a:solidFill>
              <a:srgbClr val="0942A1"/>
            </a:solidFill>
            <a:ln cap="flat" cmpd="sng" w="149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53825" lIns="107675" spcFirstLastPara="1" rIns="107675" wrap="square" tIns="5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5"/>
            <p:cNvSpPr txBox="1"/>
            <p:nvPr/>
          </p:nvSpPr>
          <p:spPr>
            <a:xfrm>
              <a:off x="3723542" y="713510"/>
              <a:ext cx="1567800" cy="143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7675" lIns="107675" spcFirstLastPara="1" rIns="107675" wrap="square" tIns="1076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Rule Based &amp; Multi-Agent LLM-Powered Framework</a:t>
              </a:r>
              <a:endParaRPr b="1" i="0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485" name="Google Shape;1485;p5" title="Gemini_Generated_Image_cnnvcbcnnvcbcnnv.png"/>
          <p:cNvPicPr preferRelativeResize="0"/>
          <p:nvPr/>
        </p:nvPicPr>
        <p:blipFill rotWithShape="1">
          <a:blip r:embed="rId4">
            <a:alphaModFix/>
          </a:blip>
          <a:srcRect b="11426" l="12034" r="12033" t="16923"/>
          <a:stretch/>
        </p:blipFill>
        <p:spPr>
          <a:xfrm>
            <a:off x="2109699" y="1810925"/>
            <a:ext cx="1754400" cy="17313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86" name="Google Shape;1486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487" name="Google Shape;1487;p5"/>
          <p:cNvGrpSpPr/>
          <p:nvPr/>
        </p:nvGrpSpPr>
        <p:grpSpPr>
          <a:xfrm>
            <a:off x="2706940" y="2557244"/>
            <a:ext cx="2855100" cy="2470066"/>
            <a:chOff x="4337515" y="2464414"/>
            <a:chExt cx="2424507" cy="2097542"/>
          </a:xfrm>
        </p:grpSpPr>
        <p:sp>
          <p:nvSpPr>
            <p:cNvPr id="1488" name="Google Shape;1488;p5"/>
            <p:cNvSpPr/>
            <p:nvPr/>
          </p:nvSpPr>
          <p:spPr>
            <a:xfrm rot="-2081187">
              <a:off x="4648818" y="3375680"/>
              <a:ext cx="2119401" cy="640096"/>
            </a:xfrm>
            <a:custGeom>
              <a:rect b="b" l="l" r="r" t="t"/>
              <a:pathLst>
                <a:path extrusionOk="0" h="99" w="326">
                  <a:moveTo>
                    <a:pt x="119" y="67"/>
                  </a:moveTo>
                  <a:cubicBezTo>
                    <a:pt x="77" y="67"/>
                    <a:pt x="37" y="57"/>
                    <a:pt x="2" y="40"/>
                  </a:cubicBezTo>
                  <a:cubicBezTo>
                    <a:pt x="1" y="51"/>
                    <a:pt x="0" y="63"/>
                    <a:pt x="0" y="74"/>
                  </a:cubicBezTo>
                  <a:cubicBezTo>
                    <a:pt x="36" y="90"/>
                    <a:pt x="76" y="99"/>
                    <a:pt x="119" y="99"/>
                  </a:cubicBezTo>
                  <a:cubicBezTo>
                    <a:pt x="200" y="99"/>
                    <a:pt x="273" y="67"/>
                    <a:pt x="326" y="14"/>
                  </a:cubicBezTo>
                  <a:cubicBezTo>
                    <a:pt x="315" y="10"/>
                    <a:pt x="304" y="5"/>
                    <a:pt x="294" y="0"/>
                  </a:cubicBezTo>
                  <a:cubicBezTo>
                    <a:pt x="247" y="42"/>
                    <a:pt x="186" y="67"/>
                    <a:pt x="119" y="67"/>
                  </a:cubicBezTo>
                  <a:close/>
                </a:path>
              </a:pathLst>
            </a:custGeom>
            <a:solidFill>
              <a:srgbClr val="A1C2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53825" lIns="107675" spcFirstLastPara="1" rIns="107675" wrap="square" tIns="5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5"/>
            <p:cNvSpPr/>
            <p:nvPr/>
          </p:nvSpPr>
          <p:spPr>
            <a:xfrm rot="-2081187">
              <a:off x="4457034" y="2893418"/>
              <a:ext cx="1815979" cy="987157"/>
            </a:xfrm>
            <a:custGeom>
              <a:rect b="b" l="l" r="r" t="t"/>
              <a:pathLst>
                <a:path extrusionOk="0" h="159" w="292">
                  <a:moveTo>
                    <a:pt x="182" y="1"/>
                  </a:moveTo>
                  <a:cubicBezTo>
                    <a:pt x="181" y="2"/>
                    <a:pt x="179" y="3"/>
                    <a:pt x="177" y="4"/>
                  </a:cubicBezTo>
                  <a:cubicBezTo>
                    <a:pt x="137" y="27"/>
                    <a:pt x="88" y="24"/>
                    <a:pt x="51" y="0"/>
                  </a:cubicBezTo>
                  <a:cubicBezTo>
                    <a:pt x="23" y="41"/>
                    <a:pt x="6" y="86"/>
                    <a:pt x="0" y="132"/>
                  </a:cubicBezTo>
                  <a:cubicBezTo>
                    <a:pt x="35" y="149"/>
                    <a:pt x="75" y="159"/>
                    <a:pt x="117" y="159"/>
                  </a:cubicBezTo>
                  <a:cubicBezTo>
                    <a:pt x="184" y="159"/>
                    <a:pt x="245" y="134"/>
                    <a:pt x="292" y="92"/>
                  </a:cubicBezTo>
                  <a:cubicBezTo>
                    <a:pt x="250" y="71"/>
                    <a:pt x="212" y="41"/>
                    <a:pt x="182" y="1"/>
                  </a:cubicBezTo>
                  <a:close/>
                </a:path>
              </a:pathLst>
            </a:custGeom>
            <a:solidFill>
              <a:srgbClr val="274E13"/>
            </a:solidFill>
            <a:ln cap="flat" cmpd="sng" w="149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53825" lIns="107675" spcFirstLastPara="1" rIns="107675" wrap="square" tIns="5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5"/>
            <p:cNvSpPr txBox="1"/>
            <p:nvPr/>
          </p:nvSpPr>
          <p:spPr>
            <a:xfrm rot="-2245873">
              <a:off x="4639442" y="3207930"/>
              <a:ext cx="1304523" cy="563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7675" lIns="107675" spcFirstLastPara="1" rIns="107675" wrap="square" tIns="1076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Test Smell Detector</a:t>
              </a:r>
              <a:endParaRPr b="1" i="0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91" name="Google Shape;1491;p5"/>
          <p:cNvGrpSpPr/>
          <p:nvPr/>
        </p:nvGrpSpPr>
        <p:grpSpPr>
          <a:xfrm>
            <a:off x="3008159" y="602384"/>
            <a:ext cx="2671670" cy="2878054"/>
            <a:chOff x="4593307" y="804376"/>
            <a:chExt cx="2268741" cy="2444000"/>
          </a:xfrm>
        </p:grpSpPr>
        <p:sp>
          <p:nvSpPr>
            <p:cNvPr id="1492" name="Google Shape;1492;p5"/>
            <p:cNvSpPr/>
            <p:nvPr/>
          </p:nvSpPr>
          <p:spPr>
            <a:xfrm rot="-2081188">
              <a:off x="5623193" y="814800"/>
              <a:ext cx="698156" cy="2118270"/>
            </a:xfrm>
            <a:custGeom>
              <a:rect b="b" l="l" r="r" t="t"/>
              <a:pathLst>
                <a:path extrusionOk="0" h="328" w="107">
                  <a:moveTo>
                    <a:pt x="52" y="26"/>
                  </a:moveTo>
                  <a:cubicBezTo>
                    <a:pt x="67" y="59"/>
                    <a:pt x="75" y="95"/>
                    <a:pt x="75" y="132"/>
                  </a:cubicBezTo>
                  <a:cubicBezTo>
                    <a:pt x="75" y="204"/>
                    <a:pt x="46" y="268"/>
                    <a:pt x="0" y="315"/>
                  </a:cubicBezTo>
                  <a:cubicBezTo>
                    <a:pt x="10" y="320"/>
                    <a:pt x="21" y="325"/>
                    <a:pt x="32" y="328"/>
                  </a:cubicBezTo>
                  <a:cubicBezTo>
                    <a:pt x="78" y="276"/>
                    <a:pt x="107" y="208"/>
                    <a:pt x="107" y="132"/>
                  </a:cubicBezTo>
                  <a:cubicBezTo>
                    <a:pt x="107" y="85"/>
                    <a:pt x="95" y="40"/>
                    <a:pt x="75" y="0"/>
                  </a:cubicBezTo>
                  <a:cubicBezTo>
                    <a:pt x="68" y="9"/>
                    <a:pt x="60" y="18"/>
                    <a:pt x="52" y="26"/>
                  </a:cubicBezTo>
                  <a:close/>
                </a:path>
              </a:pathLst>
            </a:custGeom>
            <a:solidFill>
              <a:srgbClr val="A1C2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53825" lIns="107675" spcFirstLastPara="1" rIns="107675" wrap="square" tIns="5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5"/>
            <p:cNvSpPr/>
            <p:nvPr/>
          </p:nvSpPr>
          <p:spPr>
            <a:xfrm rot="-2081187">
              <a:off x="5001092" y="1289142"/>
              <a:ext cx="1148261" cy="1791718"/>
            </a:xfrm>
            <a:custGeom>
              <a:rect b="b" l="l" r="r" t="t"/>
              <a:pathLst>
                <a:path extrusionOk="0" h="289" w="184">
                  <a:moveTo>
                    <a:pt x="161" y="0"/>
                  </a:moveTo>
                  <a:cubicBezTo>
                    <a:pt x="128" y="34"/>
                    <a:pt x="87" y="60"/>
                    <a:pt x="40" y="76"/>
                  </a:cubicBezTo>
                  <a:cubicBezTo>
                    <a:pt x="52" y="121"/>
                    <a:pt x="36" y="170"/>
                    <a:pt x="0" y="200"/>
                  </a:cubicBezTo>
                  <a:cubicBezTo>
                    <a:pt x="29" y="240"/>
                    <a:pt x="67" y="270"/>
                    <a:pt x="109" y="289"/>
                  </a:cubicBezTo>
                  <a:cubicBezTo>
                    <a:pt x="155" y="242"/>
                    <a:pt x="184" y="178"/>
                    <a:pt x="184" y="106"/>
                  </a:cubicBezTo>
                  <a:cubicBezTo>
                    <a:pt x="184" y="69"/>
                    <a:pt x="176" y="33"/>
                    <a:pt x="161" y="0"/>
                  </a:cubicBezTo>
                  <a:close/>
                </a:path>
              </a:pathLst>
            </a:custGeom>
            <a:solidFill>
              <a:srgbClr val="00646C"/>
            </a:solidFill>
            <a:ln cap="flat" cmpd="sng" w="149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53825" lIns="107675" spcFirstLastPara="1" rIns="107675" wrap="square" tIns="5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5"/>
            <p:cNvSpPr txBox="1"/>
            <p:nvPr/>
          </p:nvSpPr>
          <p:spPr>
            <a:xfrm rot="4352137">
              <a:off x="5060291" y="1902504"/>
              <a:ext cx="1226539" cy="562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7675" lIns="107675" spcFirstLastPara="1" rIns="107675" wrap="square" tIns="1076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Unit Test Generator</a:t>
              </a:r>
              <a:endParaRPr b="1" i="0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95" name="Google Shape;1495;p5"/>
          <p:cNvSpPr txBox="1"/>
          <p:nvPr/>
        </p:nvSpPr>
        <p:spPr>
          <a:xfrm>
            <a:off x="5852450" y="1739638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Target users:</a:t>
            </a:r>
            <a:endParaRPr b="1" i="0" sz="22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aleway Medium"/>
              <a:buChar char="●"/>
            </a:pPr>
            <a:r>
              <a:rPr b="0" i="0" lang="en" sz="16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Developers</a:t>
            </a:r>
            <a:endParaRPr b="0" i="0" sz="1600" u="none" cap="none" strike="noStrike">
              <a:solidFill>
                <a:schemeClr val="accen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aleway Medium"/>
              <a:buChar char="●"/>
            </a:pPr>
            <a:r>
              <a:rPr b="0" i="0" lang="en" sz="16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Researchers</a:t>
            </a:r>
            <a:endParaRPr b="0" i="0" sz="1600" u="none" cap="none" strike="noStrike">
              <a:solidFill>
                <a:schemeClr val="accen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aleway Medium"/>
              <a:buChar char="●"/>
            </a:pPr>
            <a:r>
              <a:rPr b="0" i="0" lang="en" sz="16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Students/ Teachers</a:t>
            </a:r>
            <a:endParaRPr b="0" i="0" sz="1600" u="none" cap="none" strike="noStrike">
              <a:solidFill>
                <a:schemeClr val="accen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accen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6"/>
          <p:cNvSpPr txBox="1"/>
          <p:nvPr>
            <p:ph type="title"/>
          </p:nvPr>
        </p:nvSpPr>
        <p:spPr>
          <a:xfrm>
            <a:off x="1329125" y="1445263"/>
            <a:ext cx="65760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b="1" lang="en" sz="40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Workflow…</a:t>
            </a:r>
            <a:endParaRPr sz="4000">
              <a:solidFill>
                <a:schemeClr val="lt1"/>
              </a:solidFill>
            </a:endParaRPr>
          </a:p>
        </p:txBody>
      </p:sp>
      <p:sp>
        <p:nvSpPr>
          <p:cNvPr id="1501" name="Google Shape;1501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7"/>
          <p:cNvSpPr txBox="1"/>
          <p:nvPr>
            <p:ph type="ctrTitle"/>
          </p:nvPr>
        </p:nvSpPr>
        <p:spPr>
          <a:xfrm>
            <a:off x="940700" y="285225"/>
            <a:ext cx="64227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800">
                <a:solidFill>
                  <a:srgbClr val="0C343D"/>
                </a:solidFill>
              </a:rPr>
              <a:t>Normal Requirements</a:t>
            </a:r>
            <a:endParaRPr sz="2800">
              <a:solidFill>
                <a:srgbClr val="0C343D"/>
              </a:solidFill>
            </a:endParaRPr>
          </a:p>
        </p:txBody>
      </p:sp>
      <p:sp>
        <p:nvSpPr>
          <p:cNvPr id="1507" name="Google Shape;1507;p7"/>
          <p:cNvSpPr/>
          <p:nvPr/>
        </p:nvSpPr>
        <p:spPr>
          <a:xfrm rot="5400000">
            <a:off x="-432125" y="-78886"/>
            <a:ext cx="953400" cy="13968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8" name="Google Shape;150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204291" y="275195"/>
            <a:ext cx="1662818" cy="144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9" name="Google Shape;1509;p7"/>
          <p:cNvSpPr/>
          <p:nvPr/>
        </p:nvSpPr>
        <p:spPr>
          <a:xfrm>
            <a:off x="7774500" y="4558450"/>
            <a:ext cx="2522400" cy="1498500"/>
          </a:xfrm>
          <a:prstGeom prst="round2Diag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0" name="Google Shape;1510;p7"/>
          <p:cNvSpPr/>
          <p:nvPr/>
        </p:nvSpPr>
        <p:spPr>
          <a:xfrm rot="10800000">
            <a:off x="-653817" y="-260851"/>
            <a:ext cx="1879929" cy="893670"/>
          </a:xfrm>
          <a:custGeom>
            <a:rect b="b" l="l" r="r" t="t"/>
            <a:pathLst>
              <a:path extrusionOk="0" h="10347" w="21766">
                <a:moveTo>
                  <a:pt x="4787" y="1417"/>
                </a:moveTo>
                <a:lnTo>
                  <a:pt x="1" y="10347"/>
                </a:lnTo>
                <a:lnTo>
                  <a:pt x="16217" y="10347"/>
                </a:lnTo>
                <a:lnTo>
                  <a:pt x="21765" y="0"/>
                </a:lnTo>
                <a:lnTo>
                  <a:pt x="7156" y="0"/>
                </a:lnTo>
                <a:cubicBezTo>
                  <a:pt x="6168" y="0"/>
                  <a:pt x="5251" y="548"/>
                  <a:pt x="4787" y="141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1" name="Google Shape;1511;p7" title="Gemini_Generated_Image_cnnvcbcnnvcbcnnv.png"/>
          <p:cNvPicPr preferRelativeResize="0"/>
          <p:nvPr/>
        </p:nvPicPr>
        <p:blipFill rotWithShape="1">
          <a:blip r:embed="rId4">
            <a:alphaModFix/>
          </a:blip>
          <a:srcRect b="11426" l="12034" r="12033" t="16923"/>
          <a:stretch/>
        </p:blipFill>
        <p:spPr>
          <a:xfrm>
            <a:off x="8293825" y="90225"/>
            <a:ext cx="749100" cy="739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12" name="Google Shape;1512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3" name="Google Shape;1513;p7"/>
          <p:cNvSpPr txBox="1"/>
          <p:nvPr/>
        </p:nvSpPr>
        <p:spPr>
          <a:xfrm>
            <a:off x="794400" y="1290875"/>
            <a:ext cx="81117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Allow users to </a:t>
            </a:r>
            <a:r>
              <a:rPr b="1" lang="en" sz="1700">
                <a:solidFill>
                  <a:schemeClr val="dk1"/>
                </a:solidFill>
              </a:rPr>
              <a:t>upload Python files/folders</a:t>
            </a:r>
            <a:r>
              <a:rPr lang="en" sz="1700">
                <a:solidFill>
                  <a:schemeClr val="dk1"/>
                </a:solidFill>
              </a:rPr>
              <a:t> or </a:t>
            </a:r>
            <a:r>
              <a:rPr b="1" lang="en" sz="1700">
                <a:solidFill>
                  <a:schemeClr val="dk1"/>
                </a:solidFill>
              </a:rPr>
              <a:t>paste Python code</a:t>
            </a:r>
            <a:br>
              <a:rPr b="1" lang="en" sz="1700">
                <a:solidFill>
                  <a:schemeClr val="dk1"/>
                </a:solidFill>
              </a:rPr>
            </a:b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Parse and analyze</a:t>
            </a:r>
            <a:r>
              <a:rPr lang="en" sz="1700">
                <a:solidFill>
                  <a:schemeClr val="dk1"/>
                </a:solidFill>
              </a:rPr>
              <a:t> the input source code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Generate unit tests</a:t>
            </a:r>
            <a:r>
              <a:rPr lang="en" sz="1700">
                <a:solidFill>
                  <a:schemeClr val="dk1"/>
                </a:solidFill>
              </a:rPr>
              <a:t> using </a:t>
            </a:r>
            <a:r>
              <a:rPr b="1" lang="en" sz="1700">
                <a:solidFill>
                  <a:schemeClr val="dk1"/>
                </a:solidFill>
              </a:rPr>
              <a:t>rule-based techniques</a:t>
            </a:r>
            <a:br>
              <a:rPr b="1" lang="en" sz="1700">
                <a:solidFill>
                  <a:schemeClr val="dk1"/>
                </a:solidFill>
              </a:rPr>
            </a:b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Detect common test smells</a:t>
            </a:r>
            <a:r>
              <a:rPr lang="en" sz="1700">
                <a:solidFill>
                  <a:schemeClr val="dk1"/>
                </a:solidFill>
              </a:rPr>
              <a:t> in generated or existing test cases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Refactor detected test smells</a:t>
            </a:r>
            <a:r>
              <a:rPr lang="en" sz="1700">
                <a:solidFill>
                  <a:schemeClr val="dk1"/>
                </a:solidFill>
              </a:rPr>
              <a:t> to produce clean, executable unit tests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3b673f23eb1_0_16"/>
          <p:cNvSpPr txBox="1"/>
          <p:nvPr>
            <p:ph type="ctrTitle"/>
          </p:nvPr>
        </p:nvSpPr>
        <p:spPr>
          <a:xfrm>
            <a:off x="940700" y="285225"/>
            <a:ext cx="64227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800">
                <a:solidFill>
                  <a:srgbClr val="0C343D"/>
                </a:solidFill>
              </a:rPr>
              <a:t>Expected Requirements</a:t>
            </a:r>
            <a:endParaRPr sz="2800">
              <a:solidFill>
                <a:srgbClr val="0C343D"/>
              </a:solidFill>
            </a:endParaRPr>
          </a:p>
        </p:txBody>
      </p:sp>
      <p:sp>
        <p:nvSpPr>
          <p:cNvPr id="1519" name="Google Shape;1519;g3b673f23eb1_0_16"/>
          <p:cNvSpPr/>
          <p:nvPr/>
        </p:nvSpPr>
        <p:spPr>
          <a:xfrm rot="5400000">
            <a:off x="-432125" y="-78886"/>
            <a:ext cx="953400" cy="13968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0" name="Google Shape;1520;g3b673f23eb1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204291" y="275195"/>
            <a:ext cx="1662818" cy="14459"/>
          </a:xfrm>
          <a:prstGeom prst="rect">
            <a:avLst/>
          </a:prstGeom>
          <a:noFill/>
          <a:ln>
            <a:noFill/>
          </a:ln>
        </p:spPr>
      </p:pic>
      <p:sp>
        <p:nvSpPr>
          <p:cNvPr id="1521" name="Google Shape;1521;g3b673f23eb1_0_16"/>
          <p:cNvSpPr/>
          <p:nvPr/>
        </p:nvSpPr>
        <p:spPr>
          <a:xfrm>
            <a:off x="7774500" y="4558450"/>
            <a:ext cx="2522400" cy="1498500"/>
          </a:xfrm>
          <a:prstGeom prst="round2Diag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2" name="Google Shape;1522;g3b673f23eb1_0_16"/>
          <p:cNvSpPr/>
          <p:nvPr/>
        </p:nvSpPr>
        <p:spPr>
          <a:xfrm rot="10800000">
            <a:off x="-653817" y="-260851"/>
            <a:ext cx="1879929" cy="893670"/>
          </a:xfrm>
          <a:custGeom>
            <a:rect b="b" l="l" r="r" t="t"/>
            <a:pathLst>
              <a:path extrusionOk="0" h="10347" w="21766">
                <a:moveTo>
                  <a:pt x="4787" y="1417"/>
                </a:moveTo>
                <a:lnTo>
                  <a:pt x="1" y="10347"/>
                </a:lnTo>
                <a:lnTo>
                  <a:pt x="16217" y="10347"/>
                </a:lnTo>
                <a:lnTo>
                  <a:pt x="21765" y="0"/>
                </a:lnTo>
                <a:lnTo>
                  <a:pt x="7156" y="0"/>
                </a:lnTo>
                <a:cubicBezTo>
                  <a:pt x="6168" y="0"/>
                  <a:pt x="5251" y="548"/>
                  <a:pt x="4787" y="141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3" name="Google Shape;1523;g3b673f23eb1_0_16" title="Gemini_Generated_Image_cnnvcbcnnvcbcnnv.png"/>
          <p:cNvPicPr preferRelativeResize="0"/>
          <p:nvPr/>
        </p:nvPicPr>
        <p:blipFill rotWithShape="1">
          <a:blip r:embed="rId4">
            <a:alphaModFix/>
          </a:blip>
          <a:srcRect b="11427" l="12034" r="12034" t="16923"/>
          <a:stretch/>
        </p:blipFill>
        <p:spPr>
          <a:xfrm>
            <a:off x="8293825" y="90225"/>
            <a:ext cx="749100" cy="739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24" name="Google Shape;1524;g3b673f23eb1_0_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5" name="Google Shape;1525;g3b673f23eb1_0_16"/>
          <p:cNvSpPr txBox="1"/>
          <p:nvPr/>
        </p:nvSpPr>
        <p:spPr>
          <a:xfrm>
            <a:off x="794400" y="1290875"/>
            <a:ext cx="83112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Support LLM-based unit test generation alongside rule-based methods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Enable ruled-based and LLM-based approach for test smell detection and refactoring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Provide clear explanations of detected test smells and applied refactorings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Display analysis and refactoring results to the user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Generate evaluation reports, including:</a:t>
            </a:r>
            <a:br>
              <a:rPr lang="en" sz="1700">
                <a:solidFill>
                  <a:schemeClr val="dk1"/>
                </a:solidFill>
              </a:rPr>
            </a:br>
            <a:r>
              <a:rPr lang="en" sz="1700">
                <a:solidFill>
                  <a:schemeClr val="dk1"/>
                </a:solidFill>
              </a:rPr>
              <a:t>	</a:t>
            </a:r>
            <a:r>
              <a:rPr lang="en" sz="1700">
                <a:solidFill>
                  <a:schemeClr val="accent2"/>
                </a:solidFill>
              </a:rPr>
              <a:t>Test smell detection accuracy</a:t>
            </a:r>
            <a:br>
              <a:rPr lang="en" sz="1700">
                <a:solidFill>
                  <a:schemeClr val="accent2"/>
                </a:solidFill>
              </a:rPr>
            </a:br>
            <a:r>
              <a:rPr lang="en" sz="1700">
                <a:solidFill>
                  <a:schemeClr val="accent2"/>
                </a:solidFill>
              </a:rPr>
              <a:t>	Refactoring success rate</a:t>
            </a:r>
            <a:endParaRPr sz="17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3b673f23eb1_0_29"/>
          <p:cNvSpPr txBox="1"/>
          <p:nvPr>
            <p:ph type="ctrTitle"/>
          </p:nvPr>
        </p:nvSpPr>
        <p:spPr>
          <a:xfrm>
            <a:off x="940700" y="285225"/>
            <a:ext cx="64227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800">
                <a:solidFill>
                  <a:srgbClr val="0C343D"/>
                </a:solidFill>
              </a:rPr>
              <a:t>Exciting Requirement</a:t>
            </a:r>
            <a:endParaRPr sz="2800">
              <a:solidFill>
                <a:srgbClr val="0C343D"/>
              </a:solidFill>
            </a:endParaRPr>
          </a:p>
        </p:txBody>
      </p:sp>
      <p:sp>
        <p:nvSpPr>
          <p:cNvPr id="1531" name="Google Shape;1531;g3b673f23eb1_0_29"/>
          <p:cNvSpPr/>
          <p:nvPr/>
        </p:nvSpPr>
        <p:spPr>
          <a:xfrm rot="5400000">
            <a:off x="-432125" y="-78886"/>
            <a:ext cx="953400" cy="13968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2" name="Google Shape;1532;g3b673f23eb1_0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204291" y="275195"/>
            <a:ext cx="1662818" cy="14459"/>
          </a:xfrm>
          <a:prstGeom prst="rect">
            <a:avLst/>
          </a:prstGeom>
          <a:noFill/>
          <a:ln>
            <a:noFill/>
          </a:ln>
        </p:spPr>
      </p:pic>
      <p:sp>
        <p:nvSpPr>
          <p:cNvPr id="1533" name="Google Shape;1533;g3b673f23eb1_0_29"/>
          <p:cNvSpPr/>
          <p:nvPr/>
        </p:nvSpPr>
        <p:spPr>
          <a:xfrm>
            <a:off x="7774500" y="4558450"/>
            <a:ext cx="2522400" cy="1498500"/>
          </a:xfrm>
          <a:prstGeom prst="round2Diag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4" name="Google Shape;1534;g3b673f23eb1_0_29"/>
          <p:cNvSpPr/>
          <p:nvPr/>
        </p:nvSpPr>
        <p:spPr>
          <a:xfrm rot="10800000">
            <a:off x="-653817" y="-260851"/>
            <a:ext cx="1879929" cy="893670"/>
          </a:xfrm>
          <a:custGeom>
            <a:rect b="b" l="l" r="r" t="t"/>
            <a:pathLst>
              <a:path extrusionOk="0" h="10347" w="21766">
                <a:moveTo>
                  <a:pt x="4787" y="1417"/>
                </a:moveTo>
                <a:lnTo>
                  <a:pt x="1" y="10347"/>
                </a:lnTo>
                <a:lnTo>
                  <a:pt x="16217" y="10347"/>
                </a:lnTo>
                <a:lnTo>
                  <a:pt x="21765" y="0"/>
                </a:lnTo>
                <a:lnTo>
                  <a:pt x="7156" y="0"/>
                </a:lnTo>
                <a:cubicBezTo>
                  <a:pt x="6168" y="0"/>
                  <a:pt x="5251" y="548"/>
                  <a:pt x="4787" y="141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5" name="Google Shape;1535;g3b673f23eb1_0_29" title="Gemini_Generated_Image_cnnvcbcnnvcbcnnv.png"/>
          <p:cNvPicPr preferRelativeResize="0"/>
          <p:nvPr/>
        </p:nvPicPr>
        <p:blipFill rotWithShape="1">
          <a:blip r:embed="rId4">
            <a:alphaModFix/>
          </a:blip>
          <a:srcRect b="11427" l="12034" r="12034" t="16923"/>
          <a:stretch/>
        </p:blipFill>
        <p:spPr>
          <a:xfrm>
            <a:off x="8293825" y="90225"/>
            <a:ext cx="749100" cy="739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36" name="Google Shape;1536;g3b673f23eb1_0_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7" name="Google Shape;1537;g3b673f23eb1_0_29"/>
          <p:cNvSpPr txBox="1"/>
          <p:nvPr/>
        </p:nvSpPr>
        <p:spPr>
          <a:xfrm>
            <a:off x="794400" y="1290875"/>
            <a:ext cx="8311200" cy="31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Allow users to choose between:</a:t>
            </a:r>
            <a:br>
              <a:rPr lang="en" sz="1700">
                <a:solidFill>
                  <a:schemeClr val="dk1"/>
                </a:solidFill>
              </a:rPr>
            </a:br>
            <a:r>
              <a:rPr lang="en" sz="1700">
                <a:solidFill>
                  <a:schemeClr val="dk1"/>
                </a:solidFill>
              </a:rPr>
              <a:t>   </a:t>
            </a:r>
            <a:r>
              <a:rPr lang="en" sz="1700">
                <a:solidFill>
                  <a:schemeClr val="accent2"/>
                </a:solidFill>
              </a:rPr>
              <a:t>Single-agent</a:t>
            </a:r>
            <a:br>
              <a:rPr lang="en" sz="1700">
                <a:solidFill>
                  <a:schemeClr val="accent2"/>
                </a:solidFill>
              </a:rPr>
            </a:br>
            <a:r>
              <a:rPr lang="en" sz="1700">
                <a:solidFill>
                  <a:schemeClr val="accent2"/>
                </a:solidFill>
              </a:rPr>
              <a:t>   Multi-agent (role-based, persona-driven) configurations</a:t>
            </a:r>
            <a:br>
              <a:rPr lang="en" sz="1700">
                <a:solidFill>
                  <a:schemeClr val="accent2"/>
                </a:solidFill>
              </a:rPr>
            </a:br>
            <a:endParaRPr sz="1700">
              <a:solidFill>
                <a:schemeClr val="accent2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Support side-by-side comparison of multiple LLMs and workflow setups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Provide interactive user feedback to guide or refine refactoring decisions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Extend test smell detection to multiple languages (e.g., Java, C++)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Execute full test suites within a single integrated pipeline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g3b673f23eb1_0_42"/>
          <p:cNvSpPr txBox="1"/>
          <p:nvPr>
            <p:ph type="ctrTitle"/>
          </p:nvPr>
        </p:nvSpPr>
        <p:spPr>
          <a:xfrm>
            <a:off x="940700" y="285225"/>
            <a:ext cx="64227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200">
                <a:solidFill>
                  <a:srgbClr val="0C343D"/>
                </a:solidFill>
              </a:rPr>
              <a:t>Use case diagram (Level-0)</a:t>
            </a:r>
            <a:endParaRPr sz="2200">
              <a:solidFill>
                <a:srgbClr val="0C343D"/>
              </a:solidFill>
            </a:endParaRPr>
          </a:p>
        </p:txBody>
      </p:sp>
      <p:sp>
        <p:nvSpPr>
          <p:cNvPr id="1543" name="Google Shape;1543;g3b673f23eb1_0_42"/>
          <p:cNvSpPr/>
          <p:nvPr/>
        </p:nvSpPr>
        <p:spPr>
          <a:xfrm rot="5400000">
            <a:off x="-432125" y="-78886"/>
            <a:ext cx="953400" cy="13968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4" name="Google Shape;1544;g3b673f23eb1_0_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204291" y="275195"/>
            <a:ext cx="1662818" cy="14459"/>
          </a:xfrm>
          <a:prstGeom prst="rect">
            <a:avLst/>
          </a:prstGeom>
          <a:noFill/>
          <a:ln>
            <a:noFill/>
          </a:ln>
        </p:spPr>
      </p:pic>
      <p:sp>
        <p:nvSpPr>
          <p:cNvPr id="1545" name="Google Shape;1545;g3b673f23eb1_0_42"/>
          <p:cNvSpPr/>
          <p:nvPr/>
        </p:nvSpPr>
        <p:spPr>
          <a:xfrm>
            <a:off x="7774500" y="4558450"/>
            <a:ext cx="2522400" cy="1498500"/>
          </a:xfrm>
          <a:prstGeom prst="round2Diag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6" name="Google Shape;1546;g3b673f23eb1_0_42"/>
          <p:cNvSpPr/>
          <p:nvPr/>
        </p:nvSpPr>
        <p:spPr>
          <a:xfrm rot="10800000">
            <a:off x="-653817" y="-260851"/>
            <a:ext cx="1879929" cy="893670"/>
          </a:xfrm>
          <a:custGeom>
            <a:rect b="b" l="l" r="r" t="t"/>
            <a:pathLst>
              <a:path extrusionOk="0" h="10347" w="21766">
                <a:moveTo>
                  <a:pt x="4787" y="1417"/>
                </a:moveTo>
                <a:lnTo>
                  <a:pt x="1" y="10347"/>
                </a:lnTo>
                <a:lnTo>
                  <a:pt x="16217" y="10347"/>
                </a:lnTo>
                <a:lnTo>
                  <a:pt x="21765" y="0"/>
                </a:lnTo>
                <a:lnTo>
                  <a:pt x="7156" y="0"/>
                </a:lnTo>
                <a:cubicBezTo>
                  <a:pt x="6168" y="0"/>
                  <a:pt x="5251" y="548"/>
                  <a:pt x="4787" y="141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7" name="Google Shape;1547;g3b673f23eb1_0_42" title="Gemini_Generated_Image_cnnvcbcnnvcbcnnv.png"/>
          <p:cNvPicPr preferRelativeResize="0"/>
          <p:nvPr/>
        </p:nvPicPr>
        <p:blipFill rotWithShape="1">
          <a:blip r:embed="rId4">
            <a:alphaModFix/>
          </a:blip>
          <a:srcRect b="11427" l="12034" r="12034" t="16923"/>
          <a:stretch/>
        </p:blipFill>
        <p:spPr>
          <a:xfrm>
            <a:off x="8293825" y="90225"/>
            <a:ext cx="749100" cy="739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48" name="Google Shape;1548;g3b673f23eb1_0_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9" name="Google Shape;1549;g3b673f23eb1_0_42"/>
          <p:cNvSpPr txBox="1"/>
          <p:nvPr/>
        </p:nvSpPr>
        <p:spPr>
          <a:xfrm>
            <a:off x="794400" y="1290875"/>
            <a:ext cx="8311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550" name="Google Shape;1550;g3b673f23eb1_0_42"/>
          <p:cNvSpPr txBox="1"/>
          <p:nvPr/>
        </p:nvSpPr>
        <p:spPr>
          <a:xfrm>
            <a:off x="3399000" y="4312950"/>
            <a:ext cx="3102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Level- 0 Use case diagram </a:t>
            </a:r>
            <a:endParaRPr b="1" sz="13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551" name="Google Shape;1551;g3b673f23eb1_0_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9936" y="1196176"/>
            <a:ext cx="7473889" cy="3021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g3b673f23eb1_0_58"/>
          <p:cNvSpPr txBox="1"/>
          <p:nvPr>
            <p:ph type="ctrTitle"/>
          </p:nvPr>
        </p:nvSpPr>
        <p:spPr>
          <a:xfrm>
            <a:off x="940700" y="195164"/>
            <a:ext cx="642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200">
                <a:solidFill>
                  <a:srgbClr val="0C343D"/>
                </a:solidFill>
              </a:rPr>
              <a:t>Use case diagram (Level-1)</a:t>
            </a:r>
            <a:endParaRPr sz="2200">
              <a:solidFill>
                <a:srgbClr val="0C343D"/>
              </a:solidFill>
            </a:endParaRPr>
          </a:p>
        </p:txBody>
      </p:sp>
      <p:sp>
        <p:nvSpPr>
          <p:cNvPr id="1557" name="Google Shape;1557;g3b673f23eb1_0_58"/>
          <p:cNvSpPr/>
          <p:nvPr/>
        </p:nvSpPr>
        <p:spPr>
          <a:xfrm rot="5400000">
            <a:off x="-432125" y="-78886"/>
            <a:ext cx="953400" cy="13968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8" name="Google Shape;1558;g3b673f23eb1_0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204291" y="275195"/>
            <a:ext cx="1662818" cy="14459"/>
          </a:xfrm>
          <a:prstGeom prst="rect">
            <a:avLst/>
          </a:prstGeom>
          <a:noFill/>
          <a:ln>
            <a:noFill/>
          </a:ln>
        </p:spPr>
      </p:pic>
      <p:sp>
        <p:nvSpPr>
          <p:cNvPr id="1559" name="Google Shape;1559;g3b673f23eb1_0_58"/>
          <p:cNvSpPr/>
          <p:nvPr/>
        </p:nvSpPr>
        <p:spPr>
          <a:xfrm>
            <a:off x="7774500" y="4558450"/>
            <a:ext cx="2522400" cy="1498500"/>
          </a:xfrm>
          <a:prstGeom prst="round2Diag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0" name="Google Shape;1560;g3b673f23eb1_0_58"/>
          <p:cNvSpPr/>
          <p:nvPr/>
        </p:nvSpPr>
        <p:spPr>
          <a:xfrm rot="10800000">
            <a:off x="-653817" y="-260851"/>
            <a:ext cx="1879929" cy="893670"/>
          </a:xfrm>
          <a:custGeom>
            <a:rect b="b" l="l" r="r" t="t"/>
            <a:pathLst>
              <a:path extrusionOk="0" h="10347" w="21766">
                <a:moveTo>
                  <a:pt x="4787" y="1417"/>
                </a:moveTo>
                <a:lnTo>
                  <a:pt x="1" y="10347"/>
                </a:lnTo>
                <a:lnTo>
                  <a:pt x="16217" y="10347"/>
                </a:lnTo>
                <a:lnTo>
                  <a:pt x="21765" y="0"/>
                </a:lnTo>
                <a:lnTo>
                  <a:pt x="7156" y="0"/>
                </a:lnTo>
                <a:cubicBezTo>
                  <a:pt x="6168" y="0"/>
                  <a:pt x="5251" y="548"/>
                  <a:pt x="4787" y="141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1" name="Google Shape;1561;g3b673f23eb1_0_58" title="Gemini_Generated_Image_cnnvcbcnnvcbcnnv.png"/>
          <p:cNvPicPr preferRelativeResize="0"/>
          <p:nvPr/>
        </p:nvPicPr>
        <p:blipFill rotWithShape="1">
          <a:blip r:embed="rId4">
            <a:alphaModFix/>
          </a:blip>
          <a:srcRect b="11427" l="12034" r="12034" t="16923"/>
          <a:stretch/>
        </p:blipFill>
        <p:spPr>
          <a:xfrm>
            <a:off x="8293825" y="90225"/>
            <a:ext cx="749100" cy="739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62" name="Google Shape;1562;g3b673f23eb1_0_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63" name="Google Shape;1563;g3b673f23eb1_0_58"/>
          <p:cNvSpPr txBox="1"/>
          <p:nvPr/>
        </p:nvSpPr>
        <p:spPr>
          <a:xfrm>
            <a:off x="3413125" y="4701850"/>
            <a:ext cx="2635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hlink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5"/>
              </a:rPr>
              <a:t>Level- 1 Use case diagram </a:t>
            </a:r>
            <a:endParaRPr b="1" sz="1300">
              <a:solidFill>
                <a:srgbClr val="0000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564" name="Google Shape;1564;g3b673f23eb1_0_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09875" y="694000"/>
            <a:ext cx="3879564" cy="4055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g3b673f23eb1_0_0"/>
          <p:cNvSpPr txBox="1"/>
          <p:nvPr>
            <p:ph type="ctrTitle"/>
          </p:nvPr>
        </p:nvSpPr>
        <p:spPr>
          <a:xfrm>
            <a:off x="940700" y="285225"/>
            <a:ext cx="64227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800">
                <a:solidFill>
                  <a:srgbClr val="0C343D"/>
                </a:solidFill>
              </a:rPr>
              <a:t>Unit test generation</a:t>
            </a:r>
            <a:endParaRPr sz="2800">
              <a:solidFill>
                <a:srgbClr val="0C343D"/>
              </a:solidFill>
            </a:endParaRPr>
          </a:p>
        </p:txBody>
      </p:sp>
      <p:sp>
        <p:nvSpPr>
          <p:cNvPr id="1570" name="Google Shape;1570;g3b673f23eb1_0_0"/>
          <p:cNvSpPr/>
          <p:nvPr/>
        </p:nvSpPr>
        <p:spPr>
          <a:xfrm rot="5400000">
            <a:off x="-432125" y="-78886"/>
            <a:ext cx="953400" cy="13968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1" name="Google Shape;1571;g3b673f23eb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204291" y="275195"/>
            <a:ext cx="1662818" cy="14459"/>
          </a:xfrm>
          <a:prstGeom prst="rect">
            <a:avLst/>
          </a:prstGeom>
          <a:noFill/>
          <a:ln>
            <a:noFill/>
          </a:ln>
        </p:spPr>
      </p:pic>
      <p:sp>
        <p:nvSpPr>
          <p:cNvPr id="1572" name="Google Shape;1572;g3b673f23eb1_0_0"/>
          <p:cNvSpPr/>
          <p:nvPr/>
        </p:nvSpPr>
        <p:spPr>
          <a:xfrm>
            <a:off x="7774500" y="4558450"/>
            <a:ext cx="2522400" cy="1498500"/>
          </a:xfrm>
          <a:prstGeom prst="round2Diag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3" name="Google Shape;1573;g3b673f23eb1_0_0"/>
          <p:cNvSpPr/>
          <p:nvPr/>
        </p:nvSpPr>
        <p:spPr>
          <a:xfrm rot="10800000">
            <a:off x="-653817" y="-260851"/>
            <a:ext cx="1879929" cy="893670"/>
          </a:xfrm>
          <a:custGeom>
            <a:rect b="b" l="l" r="r" t="t"/>
            <a:pathLst>
              <a:path extrusionOk="0" h="10347" w="21766">
                <a:moveTo>
                  <a:pt x="4787" y="1417"/>
                </a:moveTo>
                <a:lnTo>
                  <a:pt x="1" y="10347"/>
                </a:lnTo>
                <a:lnTo>
                  <a:pt x="16217" y="10347"/>
                </a:lnTo>
                <a:lnTo>
                  <a:pt x="21765" y="0"/>
                </a:lnTo>
                <a:lnTo>
                  <a:pt x="7156" y="0"/>
                </a:lnTo>
                <a:cubicBezTo>
                  <a:pt x="6168" y="0"/>
                  <a:pt x="5251" y="548"/>
                  <a:pt x="4787" y="141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4" name="Google Shape;1574;g3b673f23eb1_0_0" title="Gemini_Generated_Image_cnnvcbcnnvcbcnnv.png"/>
          <p:cNvPicPr preferRelativeResize="0"/>
          <p:nvPr/>
        </p:nvPicPr>
        <p:blipFill rotWithShape="1">
          <a:blip r:embed="rId4">
            <a:alphaModFix/>
          </a:blip>
          <a:srcRect b="11427" l="12034" r="12034" t="16923"/>
          <a:stretch/>
        </p:blipFill>
        <p:spPr>
          <a:xfrm>
            <a:off x="8293825" y="90225"/>
            <a:ext cx="749100" cy="739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75" name="Google Shape;1575;g3b673f23eb1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7225" y="1308725"/>
            <a:ext cx="8289575" cy="2516237"/>
          </a:xfrm>
          <a:prstGeom prst="rect">
            <a:avLst/>
          </a:prstGeom>
          <a:noFill/>
          <a:ln>
            <a:noFill/>
          </a:ln>
        </p:spPr>
      </p:pic>
      <p:sp>
        <p:nvSpPr>
          <p:cNvPr id="1576" name="Google Shape;1576;g3b673f23eb1_0_0"/>
          <p:cNvSpPr txBox="1"/>
          <p:nvPr>
            <p:ph type="ctrTitle"/>
          </p:nvPr>
        </p:nvSpPr>
        <p:spPr>
          <a:xfrm>
            <a:off x="515775" y="3921250"/>
            <a:ext cx="79881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200">
                <a:solidFill>
                  <a:srgbClr val="0C343D"/>
                </a:solidFill>
                <a:latin typeface="Montserrat"/>
                <a:ea typeface="Montserrat"/>
                <a:cs typeface="Montserrat"/>
                <a:sym typeface="Montserrat"/>
              </a:rPr>
              <a:t>Rule Based Approach</a:t>
            </a:r>
            <a:endParaRPr sz="2200">
              <a:solidFill>
                <a:srgbClr val="0C343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1500">
                <a:solidFill>
                  <a:srgbClr val="0C343D"/>
                </a:solidFill>
                <a:latin typeface="Montserrat"/>
                <a:ea typeface="Montserrat"/>
                <a:cs typeface="Montserrat"/>
                <a:sym typeface="Montserrat"/>
              </a:rPr>
              <a:t>(Algorithm: Dynamic Many-Objective Sorting , Many Independent Objective)</a:t>
            </a:r>
            <a:endParaRPr sz="1500">
              <a:solidFill>
                <a:srgbClr val="0C343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7" name="Google Shape;1577;g3b673f23eb1_0_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78" name="Google Shape;1578;g3b673f23eb1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2725" y="1096225"/>
            <a:ext cx="8596931" cy="298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8"/>
          <p:cNvSpPr txBox="1"/>
          <p:nvPr>
            <p:ph type="ctrTitle"/>
          </p:nvPr>
        </p:nvSpPr>
        <p:spPr>
          <a:xfrm>
            <a:off x="980400" y="322763"/>
            <a:ext cx="2909100" cy="4809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CFE2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1800">
                <a:solidFill>
                  <a:srgbClr val="0C343D"/>
                </a:solidFill>
              </a:rPr>
              <a:t>DynaMOSA Algorithm</a:t>
            </a:r>
            <a:endParaRPr sz="1800">
              <a:solidFill>
                <a:srgbClr val="0C343D"/>
              </a:solidFill>
            </a:endParaRPr>
          </a:p>
        </p:txBody>
      </p:sp>
      <p:sp>
        <p:nvSpPr>
          <p:cNvPr id="1584" name="Google Shape;1584;p8"/>
          <p:cNvSpPr/>
          <p:nvPr/>
        </p:nvSpPr>
        <p:spPr>
          <a:xfrm rot="5400000">
            <a:off x="-640484" y="-78886"/>
            <a:ext cx="953400" cy="13968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5" name="Google Shape;158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204291" y="275195"/>
            <a:ext cx="1662818" cy="144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6" name="Google Shape;1586;p8"/>
          <p:cNvSpPr/>
          <p:nvPr/>
        </p:nvSpPr>
        <p:spPr>
          <a:xfrm>
            <a:off x="8488875" y="4558450"/>
            <a:ext cx="2522400" cy="1498500"/>
          </a:xfrm>
          <a:prstGeom prst="round2Diag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7" name="Google Shape;1587;p8"/>
          <p:cNvSpPr/>
          <p:nvPr/>
        </p:nvSpPr>
        <p:spPr>
          <a:xfrm rot="10800000">
            <a:off x="-812567" y="-260851"/>
            <a:ext cx="1879929" cy="893670"/>
          </a:xfrm>
          <a:custGeom>
            <a:rect b="b" l="l" r="r" t="t"/>
            <a:pathLst>
              <a:path extrusionOk="0" h="10347" w="21766">
                <a:moveTo>
                  <a:pt x="4787" y="1417"/>
                </a:moveTo>
                <a:lnTo>
                  <a:pt x="1" y="10347"/>
                </a:lnTo>
                <a:lnTo>
                  <a:pt x="16217" y="10347"/>
                </a:lnTo>
                <a:lnTo>
                  <a:pt x="21765" y="0"/>
                </a:lnTo>
                <a:lnTo>
                  <a:pt x="7156" y="0"/>
                </a:lnTo>
                <a:cubicBezTo>
                  <a:pt x="6168" y="0"/>
                  <a:pt x="5251" y="548"/>
                  <a:pt x="4787" y="141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8" name="Google Shape;1588;p8" title="Gemini_Generated_Image_cnnvcbcnnvcbcnnv.png"/>
          <p:cNvPicPr preferRelativeResize="0"/>
          <p:nvPr/>
        </p:nvPicPr>
        <p:blipFill rotWithShape="1">
          <a:blip r:embed="rId4">
            <a:alphaModFix/>
          </a:blip>
          <a:srcRect b="11426" l="12034" r="12033" t="16923"/>
          <a:stretch/>
        </p:blipFill>
        <p:spPr>
          <a:xfrm>
            <a:off x="8293825" y="90225"/>
            <a:ext cx="749100" cy="739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89" name="Google Shape;1589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90" name="Google Shape;1590;p8"/>
          <p:cNvCxnSpPr/>
          <p:nvPr/>
        </p:nvCxnSpPr>
        <p:spPr>
          <a:xfrm flipH="1">
            <a:off x="4572175" y="357200"/>
            <a:ext cx="1800" cy="4527000"/>
          </a:xfrm>
          <a:prstGeom prst="straightConnector1">
            <a:avLst/>
          </a:prstGeom>
          <a:noFill/>
          <a:ln cap="flat" cmpd="sng" w="9525">
            <a:solidFill>
              <a:srgbClr val="0C0A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1" name="Google Shape;1591;p8"/>
          <p:cNvSpPr txBox="1"/>
          <p:nvPr>
            <p:ph type="ctrTitle"/>
          </p:nvPr>
        </p:nvSpPr>
        <p:spPr>
          <a:xfrm>
            <a:off x="5042026" y="322763"/>
            <a:ext cx="2085600" cy="4809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CFE2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1800">
                <a:solidFill>
                  <a:srgbClr val="0C343D"/>
                </a:solidFill>
              </a:rPr>
              <a:t>MIO Algorithm</a:t>
            </a:r>
            <a:endParaRPr sz="1800">
              <a:solidFill>
                <a:srgbClr val="0C343D"/>
              </a:solidFill>
            </a:endParaRPr>
          </a:p>
        </p:txBody>
      </p:sp>
      <p:sp>
        <p:nvSpPr>
          <p:cNvPr id="1592" name="Google Shape;1592;p8"/>
          <p:cNvSpPr txBox="1"/>
          <p:nvPr/>
        </p:nvSpPr>
        <p:spPr>
          <a:xfrm>
            <a:off x="485400" y="1113825"/>
            <a:ext cx="38991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branch or statement in the code is a goal.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random test cases.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 tests and measure which goals are covered.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Mutate and combine tests to cover uncovered branches.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Ignore branches already covered; focus on remaining ones.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Continue until all branches are covered or time runs out.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function has 3 branches (A, B, C).DynaMOSA first focuses on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uncovered branch A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then B, then C, avoiding repetition.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3" name="Google Shape;1593;p8"/>
          <p:cNvSpPr txBox="1"/>
          <p:nvPr/>
        </p:nvSpPr>
        <p:spPr>
          <a:xfrm>
            <a:off x="4851675" y="1113825"/>
            <a:ext cx="3998700" cy="4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Treat each branch as a separate objective.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goal has its own small test group.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 tests for each goal and measure coverage.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mprove tests in each group for its goal.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the best tests in archive for each branch.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Stop when all goals are covered or time ends.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function has 5 branches (A, B, C, D, E), MIO maintains 5 groups of tests where  each evolves to cover its branch independently, ensuring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branches are covered efficiently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p9"/>
          <p:cNvSpPr txBox="1"/>
          <p:nvPr>
            <p:ph type="ctrTitle"/>
          </p:nvPr>
        </p:nvSpPr>
        <p:spPr>
          <a:xfrm>
            <a:off x="940700" y="285225"/>
            <a:ext cx="68739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800">
                <a:solidFill>
                  <a:srgbClr val="0C343D"/>
                </a:solidFill>
              </a:rPr>
              <a:t>Unit test generation (cont.)</a:t>
            </a:r>
            <a:endParaRPr sz="2800">
              <a:solidFill>
                <a:srgbClr val="0C343D"/>
              </a:solidFill>
            </a:endParaRPr>
          </a:p>
        </p:txBody>
      </p:sp>
      <p:sp>
        <p:nvSpPr>
          <p:cNvPr id="1599" name="Google Shape;1599;p9"/>
          <p:cNvSpPr/>
          <p:nvPr/>
        </p:nvSpPr>
        <p:spPr>
          <a:xfrm rot="5400000">
            <a:off x="-432125" y="-78886"/>
            <a:ext cx="953400" cy="13968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0" name="Google Shape;160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204291" y="275195"/>
            <a:ext cx="1662818" cy="14459"/>
          </a:xfrm>
          <a:prstGeom prst="rect">
            <a:avLst/>
          </a:prstGeom>
          <a:noFill/>
          <a:ln>
            <a:noFill/>
          </a:ln>
        </p:spPr>
      </p:pic>
      <p:sp>
        <p:nvSpPr>
          <p:cNvPr id="1601" name="Google Shape;1601;p9"/>
          <p:cNvSpPr/>
          <p:nvPr/>
        </p:nvSpPr>
        <p:spPr>
          <a:xfrm>
            <a:off x="7774500" y="4558450"/>
            <a:ext cx="2522400" cy="1498500"/>
          </a:xfrm>
          <a:prstGeom prst="round2Diag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2" name="Google Shape;1602;p9"/>
          <p:cNvSpPr/>
          <p:nvPr/>
        </p:nvSpPr>
        <p:spPr>
          <a:xfrm rot="10800000">
            <a:off x="-653817" y="-260851"/>
            <a:ext cx="1879929" cy="893670"/>
          </a:xfrm>
          <a:custGeom>
            <a:rect b="b" l="l" r="r" t="t"/>
            <a:pathLst>
              <a:path extrusionOk="0" h="10347" w="21766">
                <a:moveTo>
                  <a:pt x="4787" y="1417"/>
                </a:moveTo>
                <a:lnTo>
                  <a:pt x="1" y="10347"/>
                </a:lnTo>
                <a:lnTo>
                  <a:pt x="16217" y="10347"/>
                </a:lnTo>
                <a:lnTo>
                  <a:pt x="21765" y="0"/>
                </a:lnTo>
                <a:lnTo>
                  <a:pt x="7156" y="0"/>
                </a:lnTo>
                <a:cubicBezTo>
                  <a:pt x="6168" y="0"/>
                  <a:pt x="5251" y="548"/>
                  <a:pt x="4787" y="141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3" name="Google Shape;1603;p9" title="Gemini_Generated_Image_cnnvcbcnnvcbcnnv.png"/>
          <p:cNvPicPr preferRelativeResize="0"/>
          <p:nvPr/>
        </p:nvPicPr>
        <p:blipFill rotWithShape="1">
          <a:blip r:embed="rId4">
            <a:alphaModFix/>
          </a:blip>
          <a:srcRect b="11426" l="12034" r="12033" t="16923"/>
          <a:stretch/>
        </p:blipFill>
        <p:spPr>
          <a:xfrm>
            <a:off x="8293825" y="90225"/>
            <a:ext cx="749100" cy="739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04" name="Google Shape;1604;p9"/>
          <p:cNvSpPr txBox="1"/>
          <p:nvPr>
            <p:ph type="ctrTitle"/>
          </p:nvPr>
        </p:nvSpPr>
        <p:spPr>
          <a:xfrm>
            <a:off x="2654200" y="4205025"/>
            <a:ext cx="52866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200">
                <a:solidFill>
                  <a:srgbClr val="0C343D"/>
                </a:solidFill>
                <a:latin typeface="Montserrat"/>
                <a:ea typeface="Montserrat"/>
                <a:cs typeface="Montserrat"/>
                <a:sym typeface="Montserrat"/>
              </a:rPr>
              <a:t>LLM-Based Approach</a:t>
            </a:r>
            <a:endParaRPr sz="2200">
              <a:solidFill>
                <a:srgbClr val="0C343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5" name="Google Shape;1605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06" name="Google Shape;1606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4275" y="1803279"/>
            <a:ext cx="6873902" cy="1913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10"/>
          <p:cNvSpPr txBox="1"/>
          <p:nvPr>
            <p:ph type="ctrTitle"/>
          </p:nvPr>
        </p:nvSpPr>
        <p:spPr>
          <a:xfrm>
            <a:off x="940700" y="285225"/>
            <a:ext cx="52134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700">
                <a:solidFill>
                  <a:srgbClr val="0C343D"/>
                </a:solidFill>
              </a:rPr>
              <a:t>Test smell detection</a:t>
            </a:r>
            <a:endParaRPr sz="2700">
              <a:solidFill>
                <a:srgbClr val="0C343D"/>
              </a:solidFill>
            </a:endParaRPr>
          </a:p>
        </p:txBody>
      </p:sp>
      <p:sp>
        <p:nvSpPr>
          <p:cNvPr id="1612" name="Google Shape;1612;p10"/>
          <p:cNvSpPr/>
          <p:nvPr/>
        </p:nvSpPr>
        <p:spPr>
          <a:xfrm rot="5400000">
            <a:off x="-432125" y="-78886"/>
            <a:ext cx="953400" cy="13968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3" name="Google Shape;161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204291" y="275195"/>
            <a:ext cx="1662818" cy="14459"/>
          </a:xfrm>
          <a:prstGeom prst="rect">
            <a:avLst/>
          </a:prstGeom>
          <a:noFill/>
          <a:ln>
            <a:noFill/>
          </a:ln>
        </p:spPr>
      </p:pic>
      <p:sp>
        <p:nvSpPr>
          <p:cNvPr id="1614" name="Google Shape;1614;p10"/>
          <p:cNvSpPr/>
          <p:nvPr/>
        </p:nvSpPr>
        <p:spPr>
          <a:xfrm>
            <a:off x="7774500" y="4558450"/>
            <a:ext cx="2522400" cy="1498500"/>
          </a:xfrm>
          <a:prstGeom prst="round2Diag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5" name="Google Shape;1615;p10"/>
          <p:cNvSpPr/>
          <p:nvPr/>
        </p:nvSpPr>
        <p:spPr>
          <a:xfrm rot="10800000">
            <a:off x="-653817" y="-260851"/>
            <a:ext cx="1879929" cy="893670"/>
          </a:xfrm>
          <a:custGeom>
            <a:rect b="b" l="l" r="r" t="t"/>
            <a:pathLst>
              <a:path extrusionOk="0" h="10347" w="21766">
                <a:moveTo>
                  <a:pt x="4787" y="1417"/>
                </a:moveTo>
                <a:lnTo>
                  <a:pt x="1" y="10347"/>
                </a:lnTo>
                <a:lnTo>
                  <a:pt x="16217" y="10347"/>
                </a:lnTo>
                <a:lnTo>
                  <a:pt x="21765" y="0"/>
                </a:lnTo>
                <a:lnTo>
                  <a:pt x="7156" y="0"/>
                </a:lnTo>
                <a:cubicBezTo>
                  <a:pt x="6168" y="0"/>
                  <a:pt x="5251" y="548"/>
                  <a:pt x="4787" y="141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6" name="Google Shape;1616;p10" title="Gemini_Generated_Image_cnnvcbcnnvcbcnnv.png"/>
          <p:cNvPicPr preferRelativeResize="0"/>
          <p:nvPr/>
        </p:nvPicPr>
        <p:blipFill rotWithShape="1">
          <a:blip r:embed="rId4">
            <a:alphaModFix/>
          </a:blip>
          <a:srcRect b="11426" l="12034" r="12033" t="16923"/>
          <a:stretch/>
        </p:blipFill>
        <p:spPr>
          <a:xfrm>
            <a:off x="8293825" y="90225"/>
            <a:ext cx="749100" cy="739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17" name="Google Shape;1617;p10"/>
          <p:cNvSpPr txBox="1"/>
          <p:nvPr>
            <p:ph type="ctrTitle"/>
          </p:nvPr>
        </p:nvSpPr>
        <p:spPr>
          <a:xfrm>
            <a:off x="2682250" y="4032575"/>
            <a:ext cx="34962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200">
                <a:solidFill>
                  <a:srgbClr val="0C343D"/>
                </a:solidFill>
                <a:latin typeface="Montserrat"/>
                <a:ea typeface="Montserrat"/>
                <a:cs typeface="Montserrat"/>
                <a:sym typeface="Montserrat"/>
              </a:rPr>
              <a:t>Rule-Based Approach </a:t>
            </a:r>
            <a:endParaRPr sz="2200">
              <a:solidFill>
                <a:srgbClr val="0C343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18" name="Google Shape;161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02250" y="1186475"/>
            <a:ext cx="4856204" cy="294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9" name="Google Shape;1619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11"/>
          <p:cNvSpPr txBox="1"/>
          <p:nvPr>
            <p:ph type="ctrTitle"/>
          </p:nvPr>
        </p:nvSpPr>
        <p:spPr>
          <a:xfrm>
            <a:off x="1530000" y="300822"/>
            <a:ext cx="6084000" cy="5286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500">
                <a:solidFill>
                  <a:srgbClr val="0C343D"/>
                </a:solidFill>
              </a:rPr>
              <a:t>TemPy Framework Workflow</a:t>
            </a:r>
            <a:endParaRPr sz="2500">
              <a:solidFill>
                <a:srgbClr val="0C343D"/>
              </a:solidFill>
            </a:endParaRPr>
          </a:p>
        </p:txBody>
      </p:sp>
      <p:sp>
        <p:nvSpPr>
          <p:cNvPr id="1625" name="Google Shape;1625;p11"/>
          <p:cNvSpPr/>
          <p:nvPr/>
        </p:nvSpPr>
        <p:spPr>
          <a:xfrm rot="5400000">
            <a:off x="-432125" y="-78886"/>
            <a:ext cx="953400" cy="13968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6" name="Google Shape;162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204291" y="275195"/>
            <a:ext cx="1662818" cy="14459"/>
          </a:xfrm>
          <a:prstGeom prst="rect">
            <a:avLst/>
          </a:prstGeom>
          <a:noFill/>
          <a:ln>
            <a:noFill/>
          </a:ln>
        </p:spPr>
      </p:pic>
      <p:sp>
        <p:nvSpPr>
          <p:cNvPr id="1627" name="Google Shape;1627;p11"/>
          <p:cNvSpPr/>
          <p:nvPr/>
        </p:nvSpPr>
        <p:spPr>
          <a:xfrm>
            <a:off x="7774500" y="4558450"/>
            <a:ext cx="2522400" cy="1498500"/>
          </a:xfrm>
          <a:prstGeom prst="round2Diag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8" name="Google Shape;1628;p11"/>
          <p:cNvSpPr/>
          <p:nvPr/>
        </p:nvSpPr>
        <p:spPr>
          <a:xfrm rot="10800000">
            <a:off x="-653817" y="-260851"/>
            <a:ext cx="1879929" cy="893670"/>
          </a:xfrm>
          <a:custGeom>
            <a:rect b="b" l="l" r="r" t="t"/>
            <a:pathLst>
              <a:path extrusionOk="0" h="10347" w="21766">
                <a:moveTo>
                  <a:pt x="4787" y="1417"/>
                </a:moveTo>
                <a:lnTo>
                  <a:pt x="1" y="10347"/>
                </a:lnTo>
                <a:lnTo>
                  <a:pt x="16217" y="10347"/>
                </a:lnTo>
                <a:lnTo>
                  <a:pt x="21765" y="0"/>
                </a:lnTo>
                <a:lnTo>
                  <a:pt x="7156" y="0"/>
                </a:lnTo>
                <a:cubicBezTo>
                  <a:pt x="6168" y="0"/>
                  <a:pt x="5251" y="548"/>
                  <a:pt x="4787" y="141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9" name="Google Shape;1629;p11" title="Gemini_Generated_Image_cnnvcbcnnvcbcnnv.png"/>
          <p:cNvPicPr preferRelativeResize="0"/>
          <p:nvPr/>
        </p:nvPicPr>
        <p:blipFill rotWithShape="1">
          <a:blip r:embed="rId4">
            <a:alphaModFix/>
          </a:blip>
          <a:srcRect b="11426" l="12034" r="12033" t="16923"/>
          <a:stretch/>
        </p:blipFill>
        <p:spPr>
          <a:xfrm>
            <a:off x="8293825" y="90225"/>
            <a:ext cx="749100" cy="739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30" name="Google Shape;1630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1" name="Google Shape;1631;p11"/>
          <p:cNvSpPr txBox="1"/>
          <p:nvPr/>
        </p:nvSpPr>
        <p:spPr>
          <a:xfrm>
            <a:off x="742975" y="962425"/>
            <a:ext cx="7813800" cy="3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Parsing : </a:t>
            </a:r>
            <a:r>
              <a:rPr b="0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Converts each test file into an </a:t>
            </a:r>
            <a:r>
              <a:rPr b="1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Abstract Syntax Tree (AST)</a:t>
            </a:r>
            <a:r>
              <a:rPr b="0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&amp; represents the code’s syntax as a tree structure.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Traversal: </a:t>
            </a:r>
            <a:r>
              <a:rPr b="0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Visits each node in the AST (functions, statements, method calls).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Pattern Matching: </a:t>
            </a:r>
            <a:r>
              <a:rPr b="0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Applies </a:t>
            </a:r>
            <a:r>
              <a:rPr b="1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rules for known test smells</a:t>
            </a:r>
            <a:r>
              <a:rPr b="0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e.g.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b="0" i="0" lang="en" sz="17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time.sleep()</a:t>
            </a:r>
            <a:r>
              <a:rPr b="0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b="1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Sleepy Test</a:t>
            </a:r>
            <a:br>
              <a:rPr b="1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b="0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methods without asserts → </a:t>
            </a:r>
            <a:r>
              <a:rPr b="1" lang="en" sz="1700">
                <a:solidFill>
                  <a:schemeClr val="dk1"/>
                </a:solidFill>
              </a:rPr>
              <a:t>Undefined </a:t>
            </a:r>
            <a:r>
              <a:rPr b="1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Data Recording:  </a:t>
            </a:r>
            <a:r>
              <a:rPr b="0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smell type, method name, line number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Report Generation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12"/>
          <p:cNvSpPr txBox="1"/>
          <p:nvPr>
            <p:ph type="ctrTitle"/>
          </p:nvPr>
        </p:nvSpPr>
        <p:spPr>
          <a:xfrm>
            <a:off x="940700" y="285225"/>
            <a:ext cx="73161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500">
                <a:solidFill>
                  <a:srgbClr val="0C343D"/>
                </a:solidFill>
              </a:rPr>
              <a:t>Test smell detection &amp; Refactoring</a:t>
            </a:r>
            <a:endParaRPr sz="2500">
              <a:solidFill>
                <a:srgbClr val="0C343D"/>
              </a:solidFill>
            </a:endParaRPr>
          </a:p>
        </p:txBody>
      </p:sp>
      <p:sp>
        <p:nvSpPr>
          <p:cNvPr id="1637" name="Google Shape;1637;p12"/>
          <p:cNvSpPr/>
          <p:nvPr/>
        </p:nvSpPr>
        <p:spPr>
          <a:xfrm rot="5400000">
            <a:off x="-432125" y="-78886"/>
            <a:ext cx="953400" cy="13968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8" name="Google Shape;163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204291" y="275195"/>
            <a:ext cx="1662818" cy="14459"/>
          </a:xfrm>
          <a:prstGeom prst="rect">
            <a:avLst/>
          </a:prstGeom>
          <a:noFill/>
          <a:ln>
            <a:noFill/>
          </a:ln>
        </p:spPr>
      </p:pic>
      <p:sp>
        <p:nvSpPr>
          <p:cNvPr id="1639" name="Google Shape;1639;p12"/>
          <p:cNvSpPr/>
          <p:nvPr/>
        </p:nvSpPr>
        <p:spPr>
          <a:xfrm>
            <a:off x="7774500" y="4558450"/>
            <a:ext cx="2522400" cy="1498500"/>
          </a:xfrm>
          <a:prstGeom prst="round2Diag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0" name="Google Shape;1640;p12"/>
          <p:cNvSpPr/>
          <p:nvPr/>
        </p:nvSpPr>
        <p:spPr>
          <a:xfrm rot="10800000">
            <a:off x="-653817" y="-260851"/>
            <a:ext cx="1879929" cy="893670"/>
          </a:xfrm>
          <a:custGeom>
            <a:rect b="b" l="l" r="r" t="t"/>
            <a:pathLst>
              <a:path extrusionOk="0" h="10347" w="21766">
                <a:moveTo>
                  <a:pt x="4787" y="1417"/>
                </a:moveTo>
                <a:lnTo>
                  <a:pt x="1" y="10347"/>
                </a:lnTo>
                <a:lnTo>
                  <a:pt x="16217" y="10347"/>
                </a:lnTo>
                <a:lnTo>
                  <a:pt x="21765" y="0"/>
                </a:lnTo>
                <a:lnTo>
                  <a:pt x="7156" y="0"/>
                </a:lnTo>
                <a:cubicBezTo>
                  <a:pt x="6168" y="0"/>
                  <a:pt x="5251" y="548"/>
                  <a:pt x="4787" y="141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1" name="Google Shape;1641;p12" title="Gemini_Generated_Image_cnnvcbcnnvcbcnnv.png"/>
          <p:cNvPicPr preferRelativeResize="0"/>
          <p:nvPr/>
        </p:nvPicPr>
        <p:blipFill rotWithShape="1">
          <a:blip r:embed="rId4">
            <a:alphaModFix/>
          </a:blip>
          <a:srcRect b="11426" l="12034" r="12033" t="16923"/>
          <a:stretch/>
        </p:blipFill>
        <p:spPr>
          <a:xfrm>
            <a:off x="8293825" y="90225"/>
            <a:ext cx="749100" cy="739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42" name="Google Shape;1642;p12"/>
          <p:cNvSpPr txBox="1"/>
          <p:nvPr>
            <p:ph type="ctrTitle"/>
          </p:nvPr>
        </p:nvSpPr>
        <p:spPr>
          <a:xfrm>
            <a:off x="1377125" y="4186975"/>
            <a:ext cx="67596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100">
                <a:solidFill>
                  <a:srgbClr val="0C343D"/>
                </a:solidFill>
                <a:latin typeface="Montserrat"/>
                <a:ea typeface="Montserrat"/>
                <a:cs typeface="Montserrat"/>
                <a:sym typeface="Montserrat"/>
              </a:rPr>
              <a:t>Single</a:t>
            </a:r>
            <a:r>
              <a:rPr lang="en" sz="2100">
                <a:solidFill>
                  <a:srgbClr val="0C343D"/>
                </a:solidFill>
                <a:latin typeface="Montserrat"/>
                <a:ea typeface="Montserrat"/>
                <a:cs typeface="Montserrat"/>
                <a:sym typeface="Montserrat"/>
              </a:rPr>
              <a:t> Agent Workflow (LLM Based Approach)</a:t>
            </a:r>
            <a:endParaRPr sz="2100">
              <a:solidFill>
                <a:srgbClr val="0C343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43" name="Google Shape;1643;p12"/>
          <p:cNvPicPr preferRelativeResize="0"/>
          <p:nvPr/>
        </p:nvPicPr>
        <p:blipFill rotWithShape="1">
          <a:blip r:embed="rId5">
            <a:alphaModFix/>
          </a:blip>
          <a:srcRect b="3829" l="4041" r="3902" t="25394"/>
          <a:stretch/>
        </p:blipFill>
        <p:spPr>
          <a:xfrm>
            <a:off x="1158300" y="2115925"/>
            <a:ext cx="5633701" cy="193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4" name="Google Shape;1644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5" name="Google Shape;1645;p12"/>
          <p:cNvSpPr txBox="1"/>
          <p:nvPr/>
        </p:nvSpPr>
        <p:spPr>
          <a:xfrm rot="5400000">
            <a:off x="6496675" y="557800"/>
            <a:ext cx="1419900" cy="27003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7F7E0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35363B"/>
              </a:solidFill>
              <a:highlight>
                <a:srgbClr val="B6D7A8"/>
              </a:highlight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646" name="Google Shape;1646;p12"/>
          <p:cNvSpPr txBox="1"/>
          <p:nvPr/>
        </p:nvSpPr>
        <p:spPr>
          <a:xfrm>
            <a:off x="5793525" y="1182550"/>
            <a:ext cx="3000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Uses role-based, persona-driven agents</a:t>
            </a:r>
            <a:endParaRPr b="0" i="0" sz="1200" u="none" cap="none" strike="noStrike">
              <a:solidFill>
                <a:schemeClr val="accen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13"/>
          <p:cNvSpPr txBox="1"/>
          <p:nvPr>
            <p:ph type="ctrTitle"/>
          </p:nvPr>
        </p:nvSpPr>
        <p:spPr>
          <a:xfrm>
            <a:off x="940700" y="285225"/>
            <a:ext cx="73161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500">
                <a:solidFill>
                  <a:srgbClr val="0C343D"/>
                </a:solidFill>
              </a:rPr>
              <a:t>Test smell detection &amp; Refactoring (cont.)</a:t>
            </a:r>
            <a:endParaRPr sz="2500">
              <a:solidFill>
                <a:srgbClr val="0C343D"/>
              </a:solidFill>
            </a:endParaRPr>
          </a:p>
        </p:txBody>
      </p:sp>
      <p:sp>
        <p:nvSpPr>
          <p:cNvPr id="1652" name="Google Shape;1652;p13"/>
          <p:cNvSpPr/>
          <p:nvPr/>
        </p:nvSpPr>
        <p:spPr>
          <a:xfrm rot="5400000">
            <a:off x="-432125" y="-78886"/>
            <a:ext cx="953400" cy="13968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3" name="Google Shape;165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204291" y="275195"/>
            <a:ext cx="1662818" cy="14459"/>
          </a:xfrm>
          <a:prstGeom prst="rect">
            <a:avLst/>
          </a:prstGeom>
          <a:noFill/>
          <a:ln>
            <a:noFill/>
          </a:ln>
        </p:spPr>
      </p:pic>
      <p:sp>
        <p:nvSpPr>
          <p:cNvPr id="1654" name="Google Shape;1654;p13"/>
          <p:cNvSpPr/>
          <p:nvPr/>
        </p:nvSpPr>
        <p:spPr>
          <a:xfrm>
            <a:off x="7774500" y="4558450"/>
            <a:ext cx="2522400" cy="1498500"/>
          </a:xfrm>
          <a:prstGeom prst="round2Diag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5" name="Google Shape;1655;p13"/>
          <p:cNvSpPr/>
          <p:nvPr/>
        </p:nvSpPr>
        <p:spPr>
          <a:xfrm rot="10800000">
            <a:off x="-653817" y="-260851"/>
            <a:ext cx="1879929" cy="893670"/>
          </a:xfrm>
          <a:custGeom>
            <a:rect b="b" l="l" r="r" t="t"/>
            <a:pathLst>
              <a:path extrusionOk="0" h="10347" w="21766">
                <a:moveTo>
                  <a:pt x="4787" y="1417"/>
                </a:moveTo>
                <a:lnTo>
                  <a:pt x="1" y="10347"/>
                </a:lnTo>
                <a:lnTo>
                  <a:pt x="16217" y="10347"/>
                </a:lnTo>
                <a:lnTo>
                  <a:pt x="21765" y="0"/>
                </a:lnTo>
                <a:lnTo>
                  <a:pt x="7156" y="0"/>
                </a:lnTo>
                <a:cubicBezTo>
                  <a:pt x="6168" y="0"/>
                  <a:pt x="5251" y="548"/>
                  <a:pt x="4787" y="141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6" name="Google Shape;1656;p13" title="Gemini_Generated_Image_cnnvcbcnnvcbcnnv.png"/>
          <p:cNvPicPr preferRelativeResize="0"/>
          <p:nvPr/>
        </p:nvPicPr>
        <p:blipFill rotWithShape="1">
          <a:blip r:embed="rId4">
            <a:alphaModFix/>
          </a:blip>
          <a:srcRect b="11426" l="12034" r="12033" t="16923"/>
          <a:stretch/>
        </p:blipFill>
        <p:spPr>
          <a:xfrm>
            <a:off x="8293825" y="90225"/>
            <a:ext cx="749100" cy="739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57" name="Google Shape;1657;p13"/>
          <p:cNvSpPr txBox="1"/>
          <p:nvPr>
            <p:ph type="ctrTitle"/>
          </p:nvPr>
        </p:nvSpPr>
        <p:spPr>
          <a:xfrm>
            <a:off x="1731450" y="3637600"/>
            <a:ext cx="67596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100">
                <a:solidFill>
                  <a:srgbClr val="0C343D"/>
                </a:solidFill>
                <a:latin typeface="Montserrat"/>
                <a:ea typeface="Montserrat"/>
                <a:cs typeface="Montserrat"/>
                <a:sym typeface="Montserrat"/>
              </a:rPr>
              <a:t>Multi Agent Workflow (LLM Based Approach))</a:t>
            </a:r>
            <a:endParaRPr sz="2100">
              <a:solidFill>
                <a:srgbClr val="0C343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58" name="Google Shape;165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0438" y="1668025"/>
            <a:ext cx="7876629" cy="166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9" name="Google Shape;1659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g3b673f23eb1_0_77"/>
          <p:cNvSpPr txBox="1"/>
          <p:nvPr>
            <p:ph type="ctrTitle"/>
          </p:nvPr>
        </p:nvSpPr>
        <p:spPr>
          <a:xfrm>
            <a:off x="940700" y="285225"/>
            <a:ext cx="73161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500">
                <a:solidFill>
                  <a:srgbClr val="0C343D"/>
                </a:solidFill>
              </a:rPr>
              <a:t>Persona-Driven Agent (Example)</a:t>
            </a:r>
            <a:endParaRPr sz="2500">
              <a:solidFill>
                <a:srgbClr val="0C343D"/>
              </a:solidFill>
            </a:endParaRPr>
          </a:p>
        </p:txBody>
      </p:sp>
      <p:sp>
        <p:nvSpPr>
          <p:cNvPr id="1665" name="Google Shape;1665;g3b673f23eb1_0_77"/>
          <p:cNvSpPr/>
          <p:nvPr/>
        </p:nvSpPr>
        <p:spPr>
          <a:xfrm rot="5400000">
            <a:off x="-432125" y="-78886"/>
            <a:ext cx="953400" cy="13968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6" name="Google Shape;1666;g3b673f23eb1_0_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204291" y="275195"/>
            <a:ext cx="1662818" cy="144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7" name="Google Shape;1667;g3b673f23eb1_0_77"/>
          <p:cNvSpPr/>
          <p:nvPr/>
        </p:nvSpPr>
        <p:spPr>
          <a:xfrm>
            <a:off x="7774500" y="4558450"/>
            <a:ext cx="2522400" cy="1498500"/>
          </a:xfrm>
          <a:prstGeom prst="round2Diag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8" name="Google Shape;1668;g3b673f23eb1_0_77"/>
          <p:cNvSpPr/>
          <p:nvPr/>
        </p:nvSpPr>
        <p:spPr>
          <a:xfrm rot="10800000">
            <a:off x="-653817" y="-260851"/>
            <a:ext cx="1879929" cy="893670"/>
          </a:xfrm>
          <a:custGeom>
            <a:rect b="b" l="l" r="r" t="t"/>
            <a:pathLst>
              <a:path extrusionOk="0" h="10347" w="21766">
                <a:moveTo>
                  <a:pt x="4787" y="1417"/>
                </a:moveTo>
                <a:lnTo>
                  <a:pt x="1" y="10347"/>
                </a:lnTo>
                <a:lnTo>
                  <a:pt x="16217" y="10347"/>
                </a:lnTo>
                <a:lnTo>
                  <a:pt x="21765" y="0"/>
                </a:lnTo>
                <a:lnTo>
                  <a:pt x="7156" y="0"/>
                </a:lnTo>
                <a:cubicBezTo>
                  <a:pt x="6168" y="0"/>
                  <a:pt x="5251" y="548"/>
                  <a:pt x="4787" y="141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9" name="Google Shape;1669;g3b673f23eb1_0_77" title="Gemini_Generated_Image_cnnvcbcnnvcbcnnv.png"/>
          <p:cNvPicPr preferRelativeResize="0"/>
          <p:nvPr/>
        </p:nvPicPr>
        <p:blipFill rotWithShape="1">
          <a:blip r:embed="rId4">
            <a:alphaModFix/>
          </a:blip>
          <a:srcRect b="11427" l="12034" r="12034" t="16923"/>
          <a:stretch/>
        </p:blipFill>
        <p:spPr>
          <a:xfrm>
            <a:off x="8293825" y="90225"/>
            <a:ext cx="749100" cy="739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70" name="Google Shape;1670;g3b673f23eb1_0_7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71" name="Google Shape;1671;g3b673f23eb1_0_77"/>
          <p:cNvPicPr preferRelativeResize="0"/>
          <p:nvPr/>
        </p:nvPicPr>
        <p:blipFill rotWithShape="1">
          <a:blip r:embed="rId5">
            <a:alphaModFix/>
          </a:blip>
          <a:srcRect b="8592" l="0" r="0" t="0"/>
          <a:stretch/>
        </p:blipFill>
        <p:spPr>
          <a:xfrm>
            <a:off x="1356425" y="1397049"/>
            <a:ext cx="6227575" cy="2010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2" name="Google Shape;1672;g3b673f23eb1_0_77"/>
          <p:cNvPicPr preferRelativeResize="0"/>
          <p:nvPr/>
        </p:nvPicPr>
        <p:blipFill rotWithShape="1">
          <a:blip r:embed="rId6">
            <a:alphaModFix/>
          </a:blip>
          <a:srcRect b="0" l="0" r="0" t="9828"/>
          <a:stretch/>
        </p:blipFill>
        <p:spPr>
          <a:xfrm>
            <a:off x="1415047" y="3289284"/>
            <a:ext cx="6146704" cy="1058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g3b673f23eb1_0_92"/>
          <p:cNvSpPr txBox="1"/>
          <p:nvPr>
            <p:ph type="ctrTitle"/>
          </p:nvPr>
        </p:nvSpPr>
        <p:spPr>
          <a:xfrm>
            <a:off x="940700" y="285225"/>
            <a:ext cx="73161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500">
                <a:solidFill>
                  <a:srgbClr val="0C343D"/>
                </a:solidFill>
              </a:rPr>
              <a:t>Persona-Driven Agent (Example)</a:t>
            </a:r>
            <a:endParaRPr sz="2500">
              <a:solidFill>
                <a:srgbClr val="0C343D"/>
              </a:solidFill>
            </a:endParaRPr>
          </a:p>
        </p:txBody>
      </p:sp>
      <p:sp>
        <p:nvSpPr>
          <p:cNvPr id="1678" name="Google Shape;1678;g3b673f23eb1_0_92"/>
          <p:cNvSpPr/>
          <p:nvPr/>
        </p:nvSpPr>
        <p:spPr>
          <a:xfrm rot="5400000">
            <a:off x="-432125" y="-78886"/>
            <a:ext cx="953400" cy="13968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9" name="Google Shape;1679;g3b673f23eb1_0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204291" y="275195"/>
            <a:ext cx="1662818" cy="14459"/>
          </a:xfrm>
          <a:prstGeom prst="rect">
            <a:avLst/>
          </a:prstGeom>
          <a:noFill/>
          <a:ln>
            <a:noFill/>
          </a:ln>
        </p:spPr>
      </p:pic>
      <p:sp>
        <p:nvSpPr>
          <p:cNvPr id="1680" name="Google Shape;1680;g3b673f23eb1_0_92"/>
          <p:cNvSpPr/>
          <p:nvPr/>
        </p:nvSpPr>
        <p:spPr>
          <a:xfrm>
            <a:off x="7774500" y="4558450"/>
            <a:ext cx="2522400" cy="1498500"/>
          </a:xfrm>
          <a:prstGeom prst="round2Diag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1" name="Google Shape;1681;g3b673f23eb1_0_92"/>
          <p:cNvSpPr/>
          <p:nvPr/>
        </p:nvSpPr>
        <p:spPr>
          <a:xfrm rot="10800000">
            <a:off x="-653817" y="-260851"/>
            <a:ext cx="1879929" cy="893670"/>
          </a:xfrm>
          <a:custGeom>
            <a:rect b="b" l="l" r="r" t="t"/>
            <a:pathLst>
              <a:path extrusionOk="0" h="10347" w="21766">
                <a:moveTo>
                  <a:pt x="4787" y="1417"/>
                </a:moveTo>
                <a:lnTo>
                  <a:pt x="1" y="10347"/>
                </a:lnTo>
                <a:lnTo>
                  <a:pt x="16217" y="10347"/>
                </a:lnTo>
                <a:lnTo>
                  <a:pt x="21765" y="0"/>
                </a:lnTo>
                <a:lnTo>
                  <a:pt x="7156" y="0"/>
                </a:lnTo>
                <a:cubicBezTo>
                  <a:pt x="6168" y="0"/>
                  <a:pt x="5251" y="548"/>
                  <a:pt x="4787" y="141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2" name="Google Shape;1682;g3b673f23eb1_0_92" title="Gemini_Generated_Image_cnnvcbcnnvcbcnnv.png"/>
          <p:cNvPicPr preferRelativeResize="0"/>
          <p:nvPr/>
        </p:nvPicPr>
        <p:blipFill rotWithShape="1">
          <a:blip r:embed="rId4">
            <a:alphaModFix/>
          </a:blip>
          <a:srcRect b="11427" l="12034" r="12034" t="16923"/>
          <a:stretch/>
        </p:blipFill>
        <p:spPr>
          <a:xfrm>
            <a:off x="8293825" y="90225"/>
            <a:ext cx="749100" cy="739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83" name="Google Shape;1683;g3b673f23eb1_0_9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84" name="Google Shape;1684;g3b673f23eb1_0_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9175" y="1535050"/>
            <a:ext cx="7028949" cy="308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8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g3b673f23eb1_0_105"/>
          <p:cNvSpPr txBox="1"/>
          <p:nvPr>
            <p:ph type="ctrTitle"/>
          </p:nvPr>
        </p:nvSpPr>
        <p:spPr>
          <a:xfrm>
            <a:off x="451917" y="285225"/>
            <a:ext cx="2643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100">
                <a:solidFill>
                  <a:srgbClr val="0C0A9E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ER Diagram</a:t>
            </a:r>
            <a:endParaRPr sz="2100">
              <a:solidFill>
                <a:srgbClr val="0C0A9E"/>
              </a:solidFill>
            </a:endParaRPr>
          </a:p>
        </p:txBody>
      </p:sp>
      <p:sp>
        <p:nvSpPr>
          <p:cNvPr id="1690" name="Google Shape;1690;g3b673f23eb1_0_105"/>
          <p:cNvSpPr/>
          <p:nvPr/>
        </p:nvSpPr>
        <p:spPr>
          <a:xfrm rot="5400000">
            <a:off x="-895842" y="-78886"/>
            <a:ext cx="953400" cy="13968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1" name="Google Shape;1691;g3b673f23eb1_0_1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8204291" y="275195"/>
            <a:ext cx="1662818" cy="14459"/>
          </a:xfrm>
          <a:prstGeom prst="rect">
            <a:avLst/>
          </a:prstGeom>
          <a:noFill/>
          <a:ln>
            <a:noFill/>
          </a:ln>
        </p:spPr>
      </p:pic>
      <p:sp>
        <p:nvSpPr>
          <p:cNvPr id="1692" name="Google Shape;1692;g3b673f23eb1_0_105"/>
          <p:cNvSpPr/>
          <p:nvPr/>
        </p:nvSpPr>
        <p:spPr>
          <a:xfrm>
            <a:off x="8476342" y="4558450"/>
            <a:ext cx="2522400" cy="1498500"/>
          </a:xfrm>
          <a:prstGeom prst="round2Diag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3" name="Google Shape;1693;g3b673f23eb1_0_105"/>
          <p:cNvSpPr/>
          <p:nvPr/>
        </p:nvSpPr>
        <p:spPr>
          <a:xfrm rot="10800000">
            <a:off x="-1117535" y="-260851"/>
            <a:ext cx="1879929" cy="893670"/>
          </a:xfrm>
          <a:custGeom>
            <a:rect b="b" l="l" r="r" t="t"/>
            <a:pathLst>
              <a:path extrusionOk="0" h="10347" w="21766">
                <a:moveTo>
                  <a:pt x="4787" y="1417"/>
                </a:moveTo>
                <a:lnTo>
                  <a:pt x="1" y="10347"/>
                </a:lnTo>
                <a:lnTo>
                  <a:pt x="16217" y="10347"/>
                </a:lnTo>
                <a:lnTo>
                  <a:pt x="21765" y="0"/>
                </a:lnTo>
                <a:lnTo>
                  <a:pt x="7156" y="0"/>
                </a:lnTo>
                <a:cubicBezTo>
                  <a:pt x="6168" y="0"/>
                  <a:pt x="5251" y="548"/>
                  <a:pt x="4787" y="141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4" name="Google Shape;1694;g3b673f23eb1_0_105" title="Gemini_Generated_Image_cnnvcbcnnvcbcnnv.png"/>
          <p:cNvPicPr preferRelativeResize="0"/>
          <p:nvPr/>
        </p:nvPicPr>
        <p:blipFill rotWithShape="1">
          <a:blip r:embed="rId5">
            <a:alphaModFix/>
          </a:blip>
          <a:srcRect b="11427" l="12034" r="12034" t="16923"/>
          <a:stretch/>
        </p:blipFill>
        <p:spPr>
          <a:xfrm>
            <a:off x="8293825" y="90225"/>
            <a:ext cx="749100" cy="739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95" name="Google Shape;1695;g3b673f23eb1_0_10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96" name="Google Shape;1696;g3b673f23eb1_0_10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7634" y="531525"/>
            <a:ext cx="7595151" cy="426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0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g3b673f23eb1_0_131"/>
          <p:cNvSpPr txBox="1"/>
          <p:nvPr>
            <p:ph type="ctrTitle"/>
          </p:nvPr>
        </p:nvSpPr>
        <p:spPr>
          <a:xfrm>
            <a:off x="451917" y="285225"/>
            <a:ext cx="2643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100">
                <a:solidFill>
                  <a:srgbClr val="0C0A9E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CRC Diagram</a:t>
            </a:r>
            <a:endParaRPr sz="2100">
              <a:solidFill>
                <a:srgbClr val="0C0A9E"/>
              </a:solidFill>
            </a:endParaRPr>
          </a:p>
        </p:txBody>
      </p:sp>
      <p:sp>
        <p:nvSpPr>
          <p:cNvPr id="1702" name="Google Shape;1702;g3b673f23eb1_0_131"/>
          <p:cNvSpPr/>
          <p:nvPr/>
        </p:nvSpPr>
        <p:spPr>
          <a:xfrm rot="5400000">
            <a:off x="-895842" y="-78886"/>
            <a:ext cx="953400" cy="13968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3" name="Google Shape;1703;g3b673f23eb1_0_1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8204291" y="275195"/>
            <a:ext cx="1662818" cy="14459"/>
          </a:xfrm>
          <a:prstGeom prst="rect">
            <a:avLst/>
          </a:prstGeom>
          <a:noFill/>
          <a:ln>
            <a:noFill/>
          </a:ln>
        </p:spPr>
      </p:pic>
      <p:sp>
        <p:nvSpPr>
          <p:cNvPr id="1704" name="Google Shape;1704;g3b673f23eb1_0_131"/>
          <p:cNvSpPr/>
          <p:nvPr/>
        </p:nvSpPr>
        <p:spPr>
          <a:xfrm>
            <a:off x="8476342" y="4558450"/>
            <a:ext cx="2522400" cy="1498500"/>
          </a:xfrm>
          <a:prstGeom prst="round2Diag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5" name="Google Shape;1705;g3b673f23eb1_0_131"/>
          <p:cNvSpPr/>
          <p:nvPr/>
        </p:nvSpPr>
        <p:spPr>
          <a:xfrm rot="10800000">
            <a:off x="-1117535" y="-260851"/>
            <a:ext cx="1879929" cy="893670"/>
          </a:xfrm>
          <a:custGeom>
            <a:rect b="b" l="l" r="r" t="t"/>
            <a:pathLst>
              <a:path extrusionOk="0" h="10347" w="21766">
                <a:moveTo>
                  <a:pt x="4787" y="1417"/>
                </a:moveTo>
                <a:lnTo>
                  <a:pt x="1" y="10347"/>
                </a:lnTo>
                <a:lnTo>
                  <a:pt x="16217" y="10347"/>
                </a:lnTo>
                <a:lnTo>
                  <a:pt x="21765" y="0"/>
                </a:lnTo>
                <a:lnTo>
                  <a:pt x="7156" y="0"/>
                </a:lnTo>
                <a:cubicBezTo>
                  <a:pt x="6168" y="0"/>
                  <a:pt x="5251" y="548"/>
                  <a:pt x="4787" y="141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6" name="Google Shape;1706;g3b673f23eb1_0_131" title="Gemini_Generated_Image_cnnvcbcnnvcbcnnv.png"/>
          <p:cNvPicPr preferRelativeResize="0"/>
          <p:nvPr/>
        </p:nvPicPr>
        <p:blipFill rotWithShape="1">
          <a:blip r:embed="rId5">
            <a:alphaModFix/>
          </a:blip>
          <a:srcRect b="11427" l="12034" r="12034" t="16923"/>
          <a:stretch/>
        </p:blipFill>
        <p:spPr>
          <a:xfrm>
            <a:off x="8293825" y="90225"/>
            <a:ext cx="749100" cy="739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07" name="Google Shape;1707;g3b673f23eb1_0_1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08" name="Google Shape;1708;g3b673f23eb1_0_1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61503" y="152400"/>
            <a:ext cx="5082921" cy="499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g3b673f23eb1_0_154"/>
          <p:cNvSpPr txBox="1"/>
          <p:nvPr>
            <p:ph type="ctrTitle"/>
          </p:nvPr>
        </p:nvSpPr>
        <p:spPr>
          <a:xfrm>
            <a:off x="451925" y="285225"/>
            <a:ext cx="566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100">
                <a:solidFill>
                  <a:srgbClr val="0942A1"/>
                </a:solidFill>
              </a:rPr>
              <a:t>Architectural Context Diagram</a:t>
            </a:r>
            <a:endParaRPr sz="2100">
              <a:solidFill>
                <a:srgbClr val="0942A1"/>
              </a:solidFill>
            </a:endParaRPr>
          </a:p>
        </p:txBody>
      </p:sp>
      <p:sp>
        <p:nvSpPr>
          <p:cNvPr id="1714" name="Google Shape;1714;g3b673f23eb1_0_154"/>
          <p:cNvSpPr/>
          <p:nvPr/>
        </p:nvSpPr>
        <p:spPr>
          <a:xfrm rot="5400000">
            <a:off x="-895842" y="-78886"/>
            <a:ext cx="953400" cy="13968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5" name="Google Shape;1715;g3b673f23eb1_0_1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204291" y="275195"/>
            <a:ext cx="1662818" cy="14459"/>
          </a:xfrm>
          <a:prstGeom prst="rect">
            <a:avLst/>
          </a:prstGeom>
          <a:noFill/>
          <a:ln>
            <a:noFill/>
          </a:ln>
        </p:spPr>
      </p:pic>
      <p:sp>
        <p:nvSpPr>
          <p:cNvPr id="1716" name="Google Shape;1716;g3b673f23eb1_0_154"/>
          <p:cNvSpPr/>
          <p:nvPr/>
        </p:nvSpPr>
        <p:spPr>
          <a:xfrm>
            <a:off x="8476342" y="4558450"/>
            <a:ext cx="2522400" cy="1498500"/>
          </a:xfrm>
          <a:prstGeom prst="round2Diag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7" name="Google Shape;1717;g3b673f23eb1_0_154"/>
          <p:cNvSpPr/>
          <p:nvPr/>
        </p:nvSpPr>
        <p:spPr>
          <a:xfrm rot="10800000">
            <a:off x="-1117535" y="-260851"/>
            <a:ext cx="1879929" cy="893670"/>
          </a:xfrm>
          <a:custGeom>
            <a:rect b="b" l="l" r="r" t="t"/>
            <a:pathLst>
              <a:path extrusionOk="0" h="10347" w="21766">
                <a:moveTo>
                  <a:pt x="4787" y="1417"/>
                </a:moveTo>
                <a:lnTo>
                  <a:pt x="1" y="10347"/>
                </a:lnTo>
                <a:lnTo>
                  <a:pt x="16217" y="10347"/>
                </a:lnTo>
                <a:lnTo>
                  <a:pt x="21765" y="0"/>
                </a:lnTo>
                <a:lnTo>
                  <a:pt x="7156" y="0"/>
                </a:lnTo>
                <a:cubicBezTo>
                  <a:pt x="6168" y="0"/>
                  <a:pt x="5251" y="548"/>
                  <a:pt x="4787" y="141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8" name="Google Shape;1718;g3b673f23eb1_0_154" title="Gemini_Generated_Image_cnnvcbcnnvcbcnnv.png"/>
          <p:cNvPicPr preferRelativeResize="0"/>
          <p:nvPr/>
        </p:nvPicPr>
        <p:blipFill rotWithShape="1">
          <a:blip r:embed="rId4">
            <a:alphaModFix/>
          </a:blip>
          <a:srcRect b="11427" l="12034" r="12034" t="16923"/>
          <a:stretch/>
        </p:blipFill>
        <p:spPr>
          <a:xfrm>
            <a:off x="8293825" y="90225"/>
            <a:ext cx="749100" cy="739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19" name="Google Shape;1719;g3b673f23eb1_0_1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20" name="Google Shape;1720;g3b673f23eb1_0_1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8576" y="1246625"/>
            <a:ext cx="6361174" cy="3389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g3b673f23eb1_0_178"/>
          <p:cNvSpPr txBox="1"/>
          <p:nvPr>
            <p:ph type="ctrTitle"/>
          </p:nvPr>
        </p:nvSpPr>
        <p:spPr>
          <a:xfrm>
            <a:off x="451925" y="285225"/>
            <a:ext cx="566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100">
                <a:solidFill>
                  <a:srgbClr val="0942A1"/>
                </a:solidFill>
              </a:rPr>
              <a:t>Pipe and Filter Architecture</a:t>
            </a:r>
            <a:endParaRPr sz="2100">
              <a:solidFill>
                <a:srgbClr val="0942A1"/>
              </a:solidFill>
            </a:endParaRPr>
          </a:p>
        </p:txBody>
      </p:sp>
      <p:sp>
        <p:nvSpPr>
          <p:cNvPr id="1726" name="Google Shape;1726;g3b673f23eb1_0_178"/>
          <p:cNvSpPr/>
          <p:nvPr/>
        </p:nvSpPr>
        <p:spPr>
          <a:xfrm rot="5400000">
            <a:off x="-895842" y="-78886"/>
            <a:ext cx="953400" cy="13968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7" name="Google Shape;1727;g3b673f23eb1_0_1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204291" y="275195"/>
            <a:ext cx="1662818" cy="14459"/>
          </a:xfrm>
          <a:prstGeom prst="rect">
            <a:avLst/>
          </a:prstGeom>
          <a:noFill/>
          <a:ln>
            <a:noFill/>
          </a:ln>
        </p:spPr>
      </p:pic>
      <p:sp>
        <p:nvSpPr>
          <p:cNvPr id="1728" name="Google Shape;1728;g3b673f23eb1_0_178"/>
          <p:cNvSpPr/>
          <p:nvPr/>
        </p:nvSpPr>
        <p:spPr>
          <a:xfrm>
            <a:off x="8476342" y="4558450"/>
            <a:ext cx="2522400" cy="1498500"/>
          </a:xfrm>
          <a:prstGeom prst="round2Diag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9" name="Google Shape;1729;g3b673f23eb1_0_178"/>
          <p:cNvSpPr/>
          <p:nvPr/>
        </p:nvSpPr>
        <p:spPr>
          <a:xfrm rot="10800000">
            <a:off x="-1117535" y="-260851"/>
            <a:ext cx="1879929" cy="893670"/>
          </a:xfrm>
          <a:custGeom>
            <a:rect b="b" l="l" r="r" t="t"/>
            <a:pathLst>
              <a:path extrusionOk="0" h="10347" w="21766">
                <a:moveTo>
                  <a:pt x="4787" y="1417"/>
                </a:moveTo>
                <a:lnTo>
                  <a:pt x="1" y="10347"/>
                </a:lnTo>
                <a:lnTo>
                  <a:pt x="16217" y="10347"/>
                </a:lnTo>
                <a:lnTo>
                  <a:pt x="21765" y="0"/>
                </a:lnTo>
                <a:lnTo>
                  <a:pt x="7156" y="0"/>
                </a:lnTo>
                <a:cubicBezTo>
                  <a:pt x="6168" y="0"/>
                  <a:pt x="5251" y="548"/>
                  <a:pt x="4787" y="141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0" name="Google Shape;1730;g3b673f23eb1_0_178" title="Gemini_Generated_Image_cnnvcbcnnvcbcnnv.png"/>
          <p:cNvPicPr preferRelativeResize="0"/>
          <p:nvPr/>
        </p:nvPicPr>
        <p:blipFill rotWithShape="1">
          <a:blip r:embed="rId4">
            <a:alphaModFix/>
          </a:blip>
          <a:srcRect b="11427" l="12034" r="12034" t="16923"/>
          <a:stretch/>
        </p:blipFill>
        <p:spPr>
          <a:xfrm>
            <a:off x="8293825" y="90225"/>
            <a:ext cx="749100" cy="739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31" name="Google Shape;1731;g3b673f23eb1_0_17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32" name="Google Shape;1732;g3b673f23eb1_0_1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248614"/>
            <a:ext cx="8171546" cy="3666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6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g3b673f23eb1_0_191"/>
          <p:cNvSpPr txBox="1"/>
          <p:nvPr>
            <p:ph type="ctrTitle"/>
          </p:nvPr>
        </p:nvSpPr>
        <p:spPr>
          <a:xfrm>
            <a:off x="451925" y="285225"/>
            <a:ext cx="566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100">
                <a:solidFill>
                  <a:srgbClr val="0942A1"/>
                </a:solidFill>
              </a:rPr>
              <a:t>Layered Architecture</a:t>
            </a:r>
            <a:endParaRPr sz="2100">
              <a:solidFill>
                <a:srgbClr val="0942A1"/>
              </a:solidFill>
            </a:endParaRPr>
          </a:p>
        </p:txBody>
      </p:sp>
      <p:sp>
        <p:nvSpPr>
          <p:cNvPr id="1738" name="Google Shape;1738;g3b673f23eb1_0_191"/>
          <p:cNvSpPr/>
          <p:nvPr/>
        </p:nvSpPr>
        <p:spPr>
          <a:xfrm rot="5400000">
            <a:off x="-895842" y="-78886"/>
            <a:ext cx="953400" cy="13968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9" name="Google Shape;1739;g3b673f23eb1_0_1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204291" y="275195"/>
            <a:ext cx="1662818" cy="14459"/>
          </a:xfrm>
          <a:prstGeom prst="rect">
            <a:avLst/>
          </a:prstGeom>
          <a:noFill/>
          <a:ln>
            <a:noFill/>
          </a:ln>
        </p:spPr>
      </p:pic>
      <p:sp>
        <p:nvSpPr>
          <p:cNvPr id="1740" name="Google Shape;1740;g3b673f23eb1_0_191"/>
          <p:cNvSpPr/>
          <p:nvPr/>
        </p:nvSpPr>
        <p:spPr>
          <a:xfrm>
            <a:off x="8476342" y="4558450"/>
            <a:ext cx="2522400" cy="1498500"/>
          </a:xfrm>
          <a:prstGeom prst="round2Diag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1" name="Google Shape;1741;g3b673f23eb1_0_191"/>
          <p:cNvSpPr/>
          <p:nvPr/>
        </p:nvSpPr>
        <p:spPr>
          <a:xfrm rot="10800000">
            <a:off x="-1117535" y="-260851"/>
            <a:ext cx="1879929" cy="893670"/>
          </a:xfrm>
          <a:custGeom>
            <a:rect b="b" l="l" r="r" t="t"/>
            <a:pathLst>
              <a:path extrusionOk="0" h="10347" w="21766">
                <a:moveTo>
                  <a:pt x="4787" y="1417"/>
                </a:moveTo>
                <a:lnTo>
                  <a:pt x="1" y="10347"/>
                </a:lnTo>
                <a:lnTo>
                  <a:pt x="16217" y="10347"/>
                </a:lnTo>
                <a:lnTo>
                  <a:pt x="21765" y="0"/>
                </a:lnTo>
                <a:lnTo>
                  <a:pt x="7156" y="0"/>
                </a:lnTo>
                <a:cubicBezTo>
                  <a:pt x="6168" y="0"/>
                  <a:pt x="5251" y="548"/>
                  <a:pt x="4787" y="141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2" name="Google Shape;1742;g3b673f23eb1_0_191" title="Gemini_Generated_Image_cnnvcbcnnvcbcnnv.png"/>
          <p:cNvPicPr preferRelativeResize="0"/>
          <p:nvPr/>
        </p:nvPicPr>
        <p:blipFill rotWithShape="1">
          <a:blip r:embed="rId4">
            <a:alphaModFix/>
          </a:blip>
          <a:srcRect b="11427" l="12034" r="12034" t="16923"/>
          <a:stretch/>
        </p:blipFill>
        <p:spPr>
          <a:xfrm>
            <a:off x="8293825" y="90225"/>
            <a:ext cx="749100" cy="739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43" name="Google Shape;1743;g3b673f23eb1_0_19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44" name="Google Shape;1744;g3b673f23eb1_0_1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79295" y="829425"/>
            <a:ext cx="5815306" cy="415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g3b673f23eb1_0_203"/>
          <p:cNvSpPr txBox="1"/>
          <p:nvPr>
            <p:ph type="ctrTitle"/>
          </p:nvPr>
        </p:nvSpPr>
        <p:spPr>
          <a:xfrm>
            <a:off x="451925" y="194988"/>
            <a:ext cx="6396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100">
                <a:solidFill>
                  <a:srgbClr val="0942A1"/>
                </a:solidFill>
              </a:rPr>
              <a:t>Top level Components Basic Architecture</a:t>
            </a:r>
            <a:endParaRPr sz="2100">
              <a:solidFill>
                <a:srgbClr val="0942A1"/>
              </a:solidFill>
            </a:endParaRPr>
          </a:p>
        </p:txBody>
      </p:sp>
      <p:sp>
        <p:nvSpPr>
          <p:cNvPr id="1750" name="Google Shape;1750;g3b673f23eb1_0_203"/>
          <p:cNvSpPr/>
          <p:nvPr/>
        </p:nvSpPr>
        <p:spPr>
          <a:xfrm rot="5400000">
            <a:off x="-895842" y="-78886"/>
            <a:ext cx="953400" cy="13968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1" name="Google Shape;1751;g3b673f23eb1_0_2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204291" y="275195"/>
            <a:ext cx="1662818" cy="14459"/>
          </a:xfrm>
          <a:prstGeom prst="rect">
            <a:avLst/>
          </a:prstGeom>
          <a:noFill/>
          <a:ln>
            <a:noFill/>
          </a:ln>
        </p:spPr>
      </p:pic>
      <p:sp>
        <p:nvSpPr>
          <p:cNvPr id="1752" name="Google Shape;1752;g3b673f23eb1_0_203"/>
          <p:cNvSpPr/>
          <p:nvPr/>
        </p:nvSpPr>
        <p:spPr>
          <a:xfrm>
            <a:off x="8476342" y="4558450"/>
            <a:ext cx="2522400" cy="1498500"/>
          </a:xfrm>
          <a:prstGeom prst="round2Diag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3" name="Google Shape;1753;g3b673f23eb1_0_203"/>
          <p:cNvSpPr/>
          <p:nvPr/>
        </p:nvSpPr>
        <p:spPr>
          <a:xfrm rot="10800000">
            <a:off x="-1117535" y="-260851"/>
            <a:ext cx="1879929" cy="893670"/>
          </a:xfrm>
          <a:custGeom>
            <a:rect b="b" l="l" r="r" t="t"/>
            <a:pathLst>
              <a:path extrusionOk="0" h="10347" w="21766">
                <a:moveTo>
                  <a:pt x="4787" y="1417"/>
                </a:moveTo>
                <a:lnTo>
                  <a:pt x="1" y="10347"/>
                </a:lnTo>
                <a:lnTo>
                  <a:pt x="16217" y="10347"/>
                </a:lnTo>
                <a:lnTo>
                  <a:pt x="21765" y="0"/>
                </a:lnTo>
                <a:lnTo>
                  <a:pt x="7156" y="0"/>
                </a:lnTo>
                <a:cubicBezTo>
                  <a:pt x="6168" y="0"/>
                  <a:pt x="5251" y="548"/>
                  <a:pt x="4787" y="141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4" name="Google Shape;1754;g3b673f23eb1_0_203" title="Gemini_Generated_Image_cnnvcbcnnvcbcnnv.png"/>
          <p:cNvPicPr preferRelativeResize="0"/>
          <p:nvPr/>
        </p:nvPicPr>
        <p:blipFill rotWithShape="1">
          <a:blip r:embed="rId4">
            <a:alphaModFix/>
          </a:blip>
          <a:srcRect b="11427" l="12034" r="12034" t="16923"/>
          <a:stretch/>
        </p:blipFill>
        <p:spPr>
          <a:xfrm>
            <a:off x="8293825" y="90225"/>
            <a:ext cx="749100" cy="739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55" name="Google Shape;1755;g3b673f23eb1_0_20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56" name="Google Shape;1756;g3b673f23eb1_0_2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8000" y="764225"/>
            <a:ext cx="8344223" cy="3740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g3b673f23eb1_0_216"/>
          <p:cNvSpPr txBox="1"/>
          <p:nvPr>
            <p:ph type="ctrTitle"/>
          </p:nvPr>
        </p:nvSpPr>
        <p:spPr>
          <a:xfrm>
            <a:off x="451925" y="194988"/>
            <a:ext cx="6396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100">
                <a:solidFill>
                  <a:srgbClr val="0942A1"/>
                </a:solidFill>
              </a:rPr>
              <a:t>Deployment</a:t>
            </a:r>
            <a:r>
              <a:rPr lang="en" sz="2100">
                <a:solidFill>
                  <a:srgbClr val="0942A1"/>
                </a:solidFill>
              </a:rPr>
              <a:t> Diagram</a:t>
            </a:r>
            <a:endParaRPr sz="2100">
              <a:solidFill>
                <a:srgbClr val="0942A1"/>
              </a:solidFill>
            </a:endParaRPr>
          </a:p>
        </p:txBody>
      </p:sp>
      <p:sp>
        <p:nvSpPr>
          <p:cNvPr id="1762" name="Google Shape;1762;g3b673f23eb1_0_216"/>
          <p:cNvSpPr/>
          <p:nvPr/>
        </p:nvSpPr>
        <p:spPr>
          <a:xfrm rot="5400000">
            <a:off x="-895842" y="-78886"/>
            <a:ext cx="953400" cy="13968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3" name="Google Shape;1763;g3b673f23eb1_0_2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204291" y="275195"/>
            <a:ext cx="1662818" cy="14459"/>
          </a:xfrm>
          <a:prstGeom prst="rect">
            <a:avLst/>
          </a:prstGeom>
          <a:noFill/>
          <a:ln>
            <a:noFill/>
          </a:ln>
        </p:spPr>
      </p:pic>
      <p:sp>
        <p:nvSpPr>
          <p:cNvPr id="1764" name="Google Shape;1764;g3b673f23eb1_0_216"/>
          <p:cNvSpPr/>
          <p:nvPr/>
        </p:nvSpPr>
        <p:spPr>
          <a:xfrm>
            <a:off x="8476342" y="4558450"/>
            <a:ext cx="2522400" cy="1498500"/>
          </a:xfrm>
          <a:prstGeom prst="round2Diag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5" name="Google Shape;1765;g3b673f23eb1_0_216"/>
          <p:cNvSpPr/>
          <p:nvPr/>
        </p:nvSpPr>
        <p:spPr>
          <a:xfrm rot="10800000">
            <a:off x="-1117535" y="-260851"/>
            <a:ext cx="1879929" cy="893670"/>
          </a:xfrm>
          <a:custGeom>
            <a:rect b="b" l="l" r="r" t="t"/>
            <a:pathLst>
              <a:path extrusionOk="0" h="10347" w="21766">
                <a:moveTo>
                  <a:pt x="4787" y="1417"/>
                </a:moveTo>
                <a:lnTo>
                  <a:pt x="1" y="10347"/>
                </a:lnTo>
                <a:lnTo>
                  <a:pt x="16217" y="10347"/>
                </a:lnTo>
                <a:lnTo>
                  <a:pt x="21765" y="0"/>
                </a:lnTo>
                <a:lnTo>
                  <a:pt x="7156" y="0"/>
                </a:lnTo>
                <a:cubicBezTo>
                  <a:pt x="6168" y="0"/>
                  <a:pt x="5251" y="548"/>
                  <a:pt x="4787" y="141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6" name="Google Shape;1766;g3b673f23eb1_0_216" title="Gemini_Generated_Image_cnnvcbcnnvcbcnnv.png"/>
          <p:cNvPicPr preferRelativeResize="0"/>
          <p:nvPr/>
        </p:nvPicPr>
        <p:blipFill rotWithShape="1">
          <a:blip r:embed="rId4">
            <a:alphaModFix/>
          </a:blip>
          <a:srcRect b="11427" l="12034" r="12034" t="16923"/>
          <a:stretch/>
        </p:blipFill>
        <p:spPr>
          <a:xfrm>
            <a:off x="8293825" y="90225"/>
            <a:ext cx="749100" cy="739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67" name="Google Shape;1767;g3b673f23eb1_0_2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68" name="Google Shape;1768;g3b673f23eb1_0_2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2675" y="981825"/>
            <a:ext cx="8577398" cy="365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p14"/>
          <p:cNvSpPr txBox="1"/>
          <p:nvPr>
            <p:ph type="ctrTitle"/>
          </p:nvPr>
        </p:nvSpPr>
        <p:spPr>
          <a:xfrm>
            <a:off x="940700" y="231083"/>
            <a:ext cx="49788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800"/>
              <a:t>Tools &amp; Technologies</a:t>
            </a:r>
            <a:endParaRPr sz="2800">
              <a:solidFill>
                <a:schemeClr val="accent3"/>
              </a:solidFill>
            </a:endParaRPr>
          </a:p>
        </p:txBody>
      </p:sp>
      <p:sp>
        <p:nvSpPr>
          <p:cNvPr id="1774" name="Google Shape;1774;p14"/>
          <p:cNvSpPr/>
          <p:nvPr/>
        </p:nvSpPr>
        <p:spPr>
          <a:xfrm rot="5400000">
            <a:off x="-432125" y="-78886"/>
            <a:ext cx="953400" cy="13968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5" name="Google Shape;177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204291" y="275195"/>
            <a:ext cx="1662818" cy="14459"/>
          </a:xfrm>
          <a:prstGeom prst="rect">
            <a:avLst/>
          </a:prstGeom>
          <a:noFill/>
          <a:ln>
            <a:noFill/>
          </a:ln>
        </p:spPr>
      </p:pic>
      <p:sp>
        <p:nvSpPr>
          <p:cNvPr id="1776" name="Google Shape;1776;p14"/>
          <p:cNvSpPr/>
          <p:nvPr/>
        </p:nvSpPr>
        <p:spPr>
          <a:xfrm>
            <a:off x="7774500" y="4558450"/>
            <a:ext cx="2522400" cy="1498500"/>
          </a:xfrm>
          <a:prstGeom prst="round2Diag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7" name="Google Shape;1777;p14"/>
          <p:cNvSpPr/>
          <p:nvPr/>
        </p:nvSpPr>
        <p:spPr>
          <a:xfrm rot="10800000">
            <a:off x="-653817" y="-260851"/>
            <a:ext cx="1879929" cy="893670"/>
          </a:xfrm>
          <a:custGeom>
            <a:rect b="b" l="l" r="r" t="t"/>
            <a:pathLst>
              <a:path extrusionOk="0" h="10347" w="21766">
                <a:moveTo>
                  <a:pt x="4787" y="1417"/>
                </a:moveTo>
                <a:lnTo>
                  <a:pt x="1" y="10347"/>
                </a:lnTo>
                <a:lnTo>
                  <a:pt x="16217" y="10347"/>
                </a:lnTo>
                <a:lnTo>
                  <a:pt x="21765" y="0"/>
                </a:lnTo>
                <a:lnTo>
                  <a:pt x="7156" y="0"/>
                </a:lnTo>
                <a:cubicBezTo>
                  <a:pt x="6168" y="0"/>
                  <a:pt x="5251" y="548"/>
                  <a:pt x="4787" y="141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8" name="Google Shape;1778;p14" title="Gemini_Generated_Image_cnnvcbcnnvcbcnnv.png"/>
          <p:cNvPicPr preferRelativeResize="0"/>
          <p:nvPr/>
        </p:nvPicPr>
        <p:blipFill rotWithShape="1">
          <a:blip r:embed="rId4">
            <a:alphaModFix/>
          </a:blip>
          <a:srcRect b="11426" l="12034" r="12033" t="16923"/>
          <a:stretch/>
        </p:blipFill>
        <p:spPr>
          <a:xfrm>
            <a:off x="8293825" y="90225"/>
            <a:ext cx="749100" cy="739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79" name="Google Shape;177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52675" y="1837775"/>
            <a:ext cx="1182050" cy="1298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0" name="Google Shape;178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65952" y="1893913"/>
            <a:ext cx="1182047" cy="11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1" name="Google Shape;1781;p14"/>
          <p:cNvPicPr preferRelativeResize="0"/>
          <p:nvPr/>
        </p:nvPicPr>
        <p:blipFill rotWithShape="1">
          <a:blip r:embed="rId7">
            <a:alphaModFix/>
          </a:blip>
          <a:srcRect b="0" l="15645" r="15945" t="0"/>
          <a:stretch/>
        </p:blipFill>
        <p:spPr>
          <a:xfrm>
            <a:off x="5919500" y="1837776"/>
            <a:ext cx="1396803" cy="1148498"/>
          </a:xfrm>
          <a:prstGeom prst="rect">
            <a:avLst/>
          </a:prstGeom>
          <a:noFill/>
          <a:ln>
            <a:noFill/>
          </a:ln>
        </p:spPr>
      </p:pic>
      <p:sp>
        <p:nvSpPr>
          <p:cNvPr id="1782" name="Google Shape;1782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g3b673f23eb1_0_241"/>
          <p:cNvSpPr txBox="1"/>
          <p:nvPr>
            <p:ph type="ctrTitle"/>
          </p:nvPr>
        </p:nvSpPr>
        <p:spPr>
          <a:xfrm>
            <a:off x="451925" y="194988"/>
            <a:ext cx="6396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100">
                <a:solidFill>
                  <a:srgbClr val="0942A1"/>
                </a:solidFill>
              </a:rPr>
              <a:t>Let’s see what the reports say</a:t>
            </a:r>
            <a:endParaRPr sz="2100">
              <a:solidFill>
                <a:srgbClr val="0942A1"/>
              </a:solidFill>
            </a:endParaRPr>
          </a:p>
        </p:txBody>
      </p:sp>
      <p:sp>
        <p:nvSpPr>
          <p:cNvPr id="1788" name="Google Shape;1788;g3b673f23eb1_0_241"/>
          <p:cNvSpPr/>
          <p:nvPr/>
        </p:nvSpPr>
        <p:spPr>
          <a:xfrm rot="5400000">
            <a:off x="-895842" y="-78886"/>
            <a:ext cx="953400" cy="13968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9" name="Google Shape;1789;g3b673f23eb1_0_2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204291" y="275195"/>
            <a:ext cx="1662818" cy="14459"/>
          </a:xfrm>
          <a:prstGeom prst="rect">
            <a:avLst/>
          </a:prstGeom>
          <a:noFill/>
          <a:ln>
            <a:noFill/>
          </a:ln>
        </p:spPr>
      </p:pic>
      <p:sp>
        <p:nvSpPr>
          <p:cNvPr id="1790" name="Google Shape;1790;g3b673f23eb1_0_241"/>
          <p:cNvSpPr/>
          <p:nvPr/>
        </p:nvSpPr>
        <p:spPr>
          <a:xfrm>
            <a:off x="8476342" y="4558450"/>
            <a:ext cx="2522400" cy="1498500"/>
          </a:xfrm>
          <a:prstGeom prst="round2Diag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1" name="Google Shape;1791;g3b673f23eb1_0_241"/>
          <p:cNvSpPr/>
          <p:nvPr/>
        </p:nvSpPr>
        <p:spPr>
          <a:xfrm rot="10800000">
            <a:off x="-1117535" y="-260851"/>
            <a:ext cx="1879929" cy="893670"/>
          </a:xfrm>
          <a:custGeom>
            <a:rect b="b" l="l" r="r" t="t"/>
            <a:pathLst>
              <a:path extrusionOk="0" h="10347" w="21766">
                <a:moveTo>
                  <a:pt x="4787" y="1417"/>
                </a:moveTo>
                <a:lnTo>
                  <a:pt x="1" y="10347"/>
                </a:lnTo>
                <a:lnTo>
                  <a:pt x="16217" y="10347"/>
                </a:lnTo>
                <a:lnTo>
                  <a:pt x="21765" y="0"/>
                </a:lnTo>
                <a:lnTo>
                  <a:pt x="7156" y="0"/>
                </a:lnTo>
                <a:cubicBezTo>
                  <a:pt x="6168" y="0"/>
                  <a:pt x="5251" y="548"/>
                  <a:pt x="4787" y="141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2" name="Google Shape;1792;g3b673f23eb1_0_241" title="Gemini_Generated_Image_cnnvcbcnnvcbcnnv.png"/>
          <p:cNvPicPr preferRelativeResize="0"/>
          <p:nvPr/>
        </p:nvPicPr>
        <p:blipFill rotWithShape="1">
          <a:blip r:embed="rId4">
            <a:alphaModFix/>
          </a:blip>
          <a:srcRect b="11427" l="12034" r="12034" t="16923"/>
          <a:stretch/>
        </p:blipFill>
        <p:spPr>
          <a:xfrm>
            <a:off x="8293825" y="90225"/>
            <a:ext cx="749100" cy="739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93" name="Google Shape;1793;g3b673f23eb1_0_2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94" name="Google Shape;1794;g3b673f23eb1_0_241"/>
          <p:cNvSpPr txBox="1"/>
          <p:nvPr/>
        </p:nvSpPr>
        <p:spPr>
          <a:xfrm>
            <a:off x="2346925" y="1168350"/>
            <a:ext cx="38442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2000"/>
              <a:buChar char="●"/>
            </a:pPr>
            <a:r>
              <a:rPr b="1" lang="en" sz="2000">
                <a:solidFill>
                  <a:srgbClr val="7F6000"/>
                </a:solidFill>
              </a:rPr>
              <a:t>Implementation Details</a:t>
            </a:r>
            <a:endParaRPr b="1" sz="2000">
              <a:solidFill>
                <a:srgbClr val="7F6000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2000"/>
              <a:buChar char="●"/>
            </a:pPr>
            <a:r>
              <a:rPr b="1" lang="en" sz="2000">
                <a:solidFill>
                  <a:srgbClr val="7F6000"/>
                </a:solidFill>
              </a:rPr>
              <a:t>User Interfaces</a:t>
            </a:r>
            <a:endParaRPr b="1" sz="2000">
              <a:solidFill>
                <a:srgbClr val="7F6000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2000"/>
              <a:buChar char="●"/>
            </a:pPr>
            <a:r>
              <a:rPr b="1" lang="en" sz="2000">
                <a:solidFill>
                  <a:srgbClr val="7F6000"/>
                </a:solidFill>
              </a:rPr>
              <a:t>User Manual</a:t>
            </a:r>
            <a:endParaRPr b="1" sz="2000">
              <a:solidFill>
                <a:srgbClr val="7F6000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2000"/>
              <a:buChar char="●"/>
            </a:pPr>
            <a:r>
              <a:rPr b="1" lang="en" sz="2000">
                <a:solidFill>
                  <a:srgbClr val="7F6000"/>
                </a:solidFill>
              </a:rPr>
              <a:t>Test reports (</a:t>
            </a:r>
            <a:r>
              <a:rPr b="1" lang="en" sz="2000" u="sng">
                <a:solidFill>
                  <a:srgbClr val="0C0A9E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Test Report</a:t>
            </a:r>
            <a:r>
              <a:rPr b="1" lang="en" sz="2000">
                <a:solidFill>
                  <a:srgbClr val="7F6000"/>
                </a:solidFill>
              </a:rPr>
              <a:t> )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795" name="Google Shape;1795;g3b673f23eb1_0_241"/>
          <p:cNvSpPr txBox="1"/>
          <p:nvPr>
            <p:ph type="ctrTitle"/>
          </p:nvPr>
        </p:nvSpPr>
        <p:spPr>
          <a:xfrm>
            <a:off x="850600" y="3523075"/>
            <a:ext cx="7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1600">
                <a:solidFill>
                  <a:schemeClr val="dk1"/>
                </a:solidFill>
              </a:rPr>
              <a:t>Public URL of the web tool:</a:t>
            </a:r>
            <a:r>
              <a:rPr lang="en" sz="1600">
                <a:solidFill>
                  <a:srgbClr val="0942A1"/>
                </a:solidFill>
              </a:rPr>
              <a:t> </a:t>
            </a:r>
            <a:r>
              <a:rPr lang="en" sz="1600" u="sng">
                <a:solidFill>
                  <a:srgbClr val="0C0A9E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https://py-test-genie-v1.vercel.app/</a:t>
            </a:r>
            <a:r>
              <a:rPr lang="en" sz="1600" u="sng">
                <a:solidFill>
                  <a:schemeClr val="hlink"/>
                </a:solidFill>
                <a:hlinkClick r:id="rId7"/>
              </a:rPr>
              <a:t> </a:t>
            </a:r>
            <a:endParaRPr sz="1600">
              <a:solidFill>
                <a:srgbClr val="0942A1"/>
              </a:solidFill>
            </a:endParaRPr>
          </a:p>
        </p:txBody>
      </p:sp>
      <p:sp>
        <p:nvSpPr>
          <p:cNvPr id="1796" name="Google Shape;1796;g3b673f23eb1_0_241"/>
          <p:cNvSpPr txBox="1"/>
          <p:nvPr>
            <p:ph type="ctrTitle"/>
          </p:nvPr>
        </p:nvSpPr>
        <p:spPr>
          <a:xfrm>
            <a:off x="850600" y="4040750"/>
            <a:ext cx="7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1600">
                <a:solidFill>
                  <a:schemeClr val="dk1"/>
                </a:solidFill>
              </a:rPr>
              <a:t>Github Repository link</a:t>
            </a:r>
            <a:r>
              <a:rPr lang="en" sz="1600">
                <a:solidFill>
                  <a:schemeClr val="dk1"/>
                </a:solidFill>
              </a:rPr>
              <a:t>:</a:t>
            </a:r>
            <a:r>
              <a:rPr lang="en" sz="1600">
                <a:solidFill>
                  <a:srgbClr val="0942A1"/>
                </a:solidFill>
              </a:rPr>
              <a:t> </a:t>
            </a:r>
            <a:r>
              <a:rPr lang="en" sz="1600" u="sng">
                <a:solidFill>
                  <a:srgbClr val="0C0A9E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https://github.com/AmitRoy01/PyTestGenie</a:t>
            </a:r>
            <a:r>
              <a:rPr lang="en" sz="1600">
                <a:solidFill>
                  <a:srgbClr val="0942A1"/>
                </a:solidFill>
              </a:rPr>
              <a:t> </a:t>
            </a:r>
            <a:endParaRPr sz="1600">
              <a:solidFill>
                <a:srgbClr val="0942A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0" name="Shape 1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Google Shape;1801;p15"/>
          <p:cNvSpPr txBox="1"/>
          <p:nvPr>
            <p:ph type="ctrTitle"/>
          </p:nvPr>
        </p:nvSpPr>
        <p:spPr>
          <a:xfrm>
            <a:off x="940700" y="285225"/>
            <a:ext cx="33096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800"/>
              <a:t>Timeline</a:t>
            </a:r>
            <a:endParaRPr sz="2800">
              <a:solidFill>
                <a:schemeClr val="accent3"/>
              </a:solidFill>
            </a:endParaRPr>
          </a:p>
        </p:txBody>
      </p:sp>
      <p:sp>
        <p:nvSpPr>
          <p:cNvPr id="1802" name="Google Shape;1802;p15"/>
          <p:cNvSpPr/>
          <p:nvPr/>
        </p:nvSpPr>
        <p:spPr>
          <a:xfrm rot="5400000">
            <a:off x="-432125" y="-78886"/>
            <a:ext cx="953400" cy="13968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3" name="Google Shape;18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204291" y="275195"/>
            <a:ext cx="1662818" cy="14459"/>
          </a:xfrm>
          <a:prstGeom prst="rect">
            <a:avLst/>
          </a:prstGeom>
          <a:noFill/>
          <a:ln>
            <a:noFill/>
          </a:ln>
        </p:spPr>
      </p:pic>
      <p:sp>
        <p:nvSpPr>
          <p:cNvPr id="1804" name="Google Shape;1804;p15"/>
          <p:cNvSpPr/>
          <p:nvPr/>
        </p:nvSpPr>
        <p:spPr>
          <a:xfrm>
            <a:off x="8225684" y="4558450"/>
            <a:ext cx="2522400" cy="1498500"/>
          </a:xfrm>
          <a:prstGeom prst="round2Diag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5" name="Google Shape;1805;p15"/>
          <p:cNvSpPr/>
          <p:nvPr/>
        </p:nvSpPr>
        <p:spPr>
          <a:xfrm rot="10800000">
            <a:off x="-653817" y="-260851"/>
            <a:ext cx="1879929" cy="893670"/>
          </a:xfrm>
          <a:custGeom>
            <a:rect b="b" l="l" r="r" t="t"/>
            <a:pathLst>
              <a:path extrusionOk="0" h="10347" w="21766">
                <a:moveTo>
                  <a:pt x="4787" y="1417"/>
                </a:moveTo>
                <a:lnTo>
                  <a:pt x="1" y="10347"/>
                </a:lnTo>
                <a:lnTo>
                  <a:pt x="16217" y="10347"/>
                </a:lnTo>
                <a:lnTo>
                  <a:pt x="21765" y="0"/>
                </a:lnTo>
                <a:lnTo>
                  <a:pt x="7156" y="0"/>
                </a:lnTo>
                <a:cubicBezTo>
                  <a:pt x="6168" y="0"/>
                  <a:pt x="5251" y="548"/>
                  <a:pt x="4787" y="141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6" name="Google Shape;1806;p15" title="Gemini_Generated_Image_cnnvcbcnnvcbcnnv.png"/>
          <p:cNvPicPr preferRelativeResize="0"/>
          <p:nvPr/>
        </p:nvPicPr>
        <p:blipFill rotWithShape="1">
          <a:blip r:embed="rId4">
            <a:alphaModFix/>
          </a:blip>
          <a:srcRect b="11426" l="12034" r="12033" t="16923"/>
          <a:stretch/>
        </p:blipFill>
        <p:spPr>
          <a:xfrm>
            <a:off x="8293825" y="90225"/>
            <a:ext cx="749100" cy="739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07" name="Google Shape;1807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08" name="Google Shape;180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266225"/>
            <a:ext cx="8839200" cy="3028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2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p16"/>
          <p:cNvSpPr txBox="1"/>
          <p:nvPr>
            <p:ph type="ctrTitle"/>
          </p:nvPr>
        </p:nvSpPr>
        <p:spPr>
          <a:xfrm>
            <a:off x="877534" y="285225"/>
            <a:ext cx="33096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800"/>
              <a:t>References</a:t>
            </a:r>
            <a:endParaRPr sz="2800">
              <a:solidFill>
                <a:schemeClr val="accent3"/>
              </a:solidFill>
            </a:endParaRPr>
          </a:p>
        </p:txBody>
      </p:sp>
      <p:sp>
        <p:nvSpPr>
          <p:cNvPr id="1814" name="Google Shape;1814;p16"/>
          <p:cNvSpPr/>
          <p:nvPr/>
        </p:nvSpPr>
        <p:spPr>
          <a:xfrm rot="5400000">
            <a:off x="-432125" y="-78886"/>
            <a:ext cx="953400" cy="13968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5" name="Google Shape;18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204291" y="275195"/>
            <a:ext cx="1662818" cy="14459"/>
          </a:xfrm>
          <a:prstGeom prst="rect">
            <a:avLst/>
          </a:prstGeom>
          <a:noFill/>
          <a:ln>
            <a:noFill/>
          </a:ln>
        </p:spPr>
      </p:pic>
      <p:sp>
        <p:nvSpPr>
          <p:cNvPr id="1816" name="Google Shape;1816;p16"/>
          <p:cNvSpPr/>
          <p:nvPr/>
        </p:nvSpPr>
        <p:spPr>
          <a:xfrm>
            <a:off x="7774500" y="4558450"/>
            <a:ext cx="2522400" cy="1498500"/>
          </a:xfrm>
          <a:prstGeom prst="round2Diag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7" name="Google Shape;1817;p16"/>
          <p:cNvSpPr/>
          <p:nvPr/>
        </p:nvSpPr>
        <p:spPr>
          <a:xfrm rot="10800000">
            <a:off x="-653817" y="-260851"/>
            <a:ext cx="1879929" cy="893670"/>
          </a:xfrm>
          <a:custGeom>
            <a:rect b="b" l="l" r="r" t="t"/>
            <a:pathLst>
              <a:path extrusionOk="0" h="10347" w="21766">
                <a:moveTo>
                  <a:pt x="4787" y="1417"/>
                </a:moveTo>
                <a:lnTo>
                  <a:pt x="1" y="10347"/>
                </a:lnTo>
                <a:lnTo>
                  <a:pt x="16217" y="10347"/>
                </a:lnTo>
                <a:lnTo>
                  <a:pt x="21765" y="0"/>
                </a:lnTo>
                <a:lnTo>
                  <a:pt x="7156" y="0"/>
                </a:lnTo>
                <a:cubicBezTo>
                  <a:pt x="6168" y="0"/>
                  <a:pt x="5251" y="548"/>
                  <a:pt x="4787" y="141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8" name="Google Shape;1818;p16" title="Gemini_Generated_Image_cnnvcbcnnvcbcnnv.png"/>
          <p:cNvPicPr preferRelativeResize="0"/>
          <p:nvPr/>
        </p:nvPicPr>
        <p:blipFill rotWithShape="1">
          <a:blip r:embed="rId4">
            <a:alphaModFix/>
          </a:blip>
          <a:srcRect b="11426" l="12034" r="12033" t="16923"/>
          <a:stretch/>
        </p:blipFill>
        <p:spPr>
          <a:xfrm>
            <a:off x="8293825" y="90225"/>
            <a:ext cx="749100" cy="739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19" name="Google Shape;1819;p16"/>
          <p:cNvSpPr txBox="1"/>
          <p:nvPr/>
        </p:nvSpPr>
        <p:spPr>
          <a:xfrm>
            <a:off x="877525" y="1233225"/>
            <a:ext cx="7589100" cy="3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" rtl="0" algn="just">
              <a:lnSpc>
                <a:spcPct val="132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S. Lukasczyk and G. Fraser, “Pynguin: Automated unit test generation for python,” in Proceedings of the ACM/IEEE 44th International Conference on Software Engineering: Companion Proceedings, ser. ICSE ’22, Pittsburgh, Pennsylvania: Association for Computing Machinery, 2022, pp. 168–172, isbn: 9781450392235. doi: 10.1145/3510454.3516829. [Online]. Available: https: //</a:t>
            </a:r>
            <a:r>
              <a:rPr b="1" i="0" lang="en" sz="1100" u="none" cap="none" strike="noStrike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doi.org/10.1145/3510454.3516829</a:t>
            </a:r>
            <a:endParaRPr b="1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38100" rtl="0" algn="just">
              <a:lnSpc>
                <a:spcPct val="132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t/>
            </a:r>
            <a:endParaRPr b="1" i="0" sz="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38100" rtl="0" algn="just">
              <a:lnSpc>
                <a:spcPct val="132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R Melo, P Simões, R Gheyi, M d'Amorim, M Ribeiro, G Soares, E Almeida, E Soares, “</a:t>
            </a:r>
            <a:r>
              <a:rPr b="1" i="0" lang="en" sz="1100" u="none" cap="none" strike="noStrike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Agentic LMs: Hunting Down Test Smells</a:t>
            </a:r>
            <a:r>
              <a:rPr b="1" i="0" lang="en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”arXiv preprint arXiv:2504.07277, 2025.</a:t>
            </a:r>
            <a:endParaRPr b="1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38100" rtl="0" algn="just">
              <a:lnSpc>
                <a:spcPct val="132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t/>
            </a:r>
            <a:endParaRPr b="1" i="0" sz="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D Fernandes, I Machado, R Maciel, “</a:t>
            </a:r>
            <a:r>
              <a:rPr b="1" i="0" lang="en" sz="1100" u="none" cap="none" strike="noStrike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TEMPY: Test smell detector for Python</a:t>
            </a:r>
            <a:r>
              <a:rPr b="1" i="0" lang="en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”. Proceedings of the XXXVI Brazilian Symposium on Software Engineering, 2022</a:t>
            </a:r>
            <a:endParaRPr b="1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t/>
            </a:r>
            <a:endParaRPr b="1" i="0" sz="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[4] </a:t>
            </a:r>
            <a:r>
              <a:rPr b="1" i="0" lang="en" sz="1100" u="none" cap="none" strike="noStrike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8"/>
              </a:rPr>
              <a:t>Automated Test Case Generation as a Many-Objective Optimisation Problem with Dynamic Selection of the Targets</a:t>
            </a:r>
            <a:endParaRPr b="1" i="0" sz="1100" u="none" cap="none" strike="noStrike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t/>
            </a:r>
            <a:endParaRPr b="1" i="0" sz="400" u="none" cap="none" strike="noStrike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[5] </a:t>
            </a:r>
            <a:r>
              <a:rPr b="1" i="0" lang="en" sz="1100" u="none" cap="none" strike="noStrike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9"/>
              </a:rPr>
              <a:t>Many Independent Objective (MIO) Algorithm for Test Suite Generation</a:t>
            </a:r>
            <a:endParaRPr b="1" sz="11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[6]</a:t>
            </a: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PyNose: A Test Smell Detector For Python, Tongjie Wang, Yaroslav Golubev, Oleg Smirnov, Jiawei Li, Timofey Bryksin, Iftekhar Ahmed. </a:t>
            </a:r>
            <a:endParaRPr b="1" sz="11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0" name="Google Shape;1820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p17"/>
          <p:cNvSpPr txBox="1"/>
          <p:nvPr>
            <p:ph type="title"/>
          </p:nvPr>
        </p:nvSpPr>
        <p:spPr>
          <a:xfrm>
            <a:off x="1284000" y="1688913"/>
            <a:ext cx="65760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b="1" lang="en" sz="85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Thanks!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26" name="Google Shape;1826;p17"/>
          <p:cNvSpPr txBox="1"/>
          <p:nvPr>
            <p:ph idx="1" type="subTitle"/>
          </p:nvPr>
        </p:nvSpPr>
        <p:spPr>
          <a:xfrm>
            <a:off x="1284000" y="3158488"/>
            <a:ext cx="65760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Please let me know if you have any questions…</a:t>
            </a:r>
            <a:endParaRPr/>
          </a:p>
        </p:txBody>
      </p:sp>
      <p:sp>
        <p:nvSpPr>
          <p:cNvPr id="1827" name="Google Shape;1827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Professional Virtual Meeting by Slidesgo">
  <a:themeElements>
    <a:clrScheme name="Simple Light">
      <a:dk1>
        <a:srgbClr val="000000"/>
      </a:dk1>
      <a:lt1>
        <a:srgbClr val="FFFFFF"/>
      </a:lt1>
      <a:dk2>
        <a:srgbClr val="FFFDFD"/>
      </a:dk2>
      <a:lt2>
        <a:srgbClr val="606060"/>
      </a:lt2>
      <a:accent1>
        <a:srgbClr val="323366"/>
      </a:accent1>
      <a:accent2>
        <a:srgbClr val="004F83"/>
      </a:accent2>
      <a:accent3>
        <a:srgbClr val="FAB403"/>
      </a:accent3>
      <a:accent4>
        <a:srgbClr val="FABE75"/>
      </a:accent4>
      <a:accent5>
        <a:srgbClr val="00373D"/>
      </a:accent5>
      <a:accent6>
        <a:srgbClr val="00929B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Professional Virtual Meeting by Slidesgo">
  <a:themeElements>
    <a:clrScheme name="Simple Light">
      <a:dk1>
        <a:srgbClr val="000000"/>
      </a:dk1>
      <a:lt1>
        <a:srgbClr val="FFFFFF"/>
      </a:lt1>
      <a:dk2>
        <a:srgbClr val="FFFDFD"/>
      </a:dk2>
      <a:lt2>
        <a:srgbClr val="606060"/>
      </a:lt2>
      <a:accent1>
        <a:srgbClr val="323366"/>
      </a:accent1>
      <a:accent2>
        <a:srgbClr val="004F83"/>
      </a:accent2>
      <a:accent3>
        <a:srgbClr val="FAB403"/>
      </a:accent3>
      <a:accent4>
        <a:srgbClr val="FABE75"/>
      </a:accent4>
      <a:accent5>
        <a:srgbClr val="00373D"/>
      </a:accent5>
      <a:accent6>
        <a:srgbClr val="00929B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